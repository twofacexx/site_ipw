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handoutMasters/handoutMaster1.xml" ContentType="application/vnd.openxmlformats-officedocument.presentationml.handoutMaster+xml"/>
  <Override PartName="/ppt/media/image10.svg" ContentType="image/svg+xml"/>
  <Override PartName="/ppt/media/image12.svg" ContentType="image/svg+xml"/>
  <Override PartName="/ppt/media/image14.svg" ContentType="image/svg+xml"/>
  <Override PartName="/ppt/media/image17.svg" ContentType="image/svg+xml"/>
  <Override PartName="/ppt/media/image19.svg" ContentType="image/svg+xml"/>
  <Override PartName="/ppt/media/image21.svg" ContentType="image/svg+xml"/>
  <Override PartName="/ppt/media/image4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  <p:sldMasterId id="2147483660" r:id="rId3"/>
  </p:sldMasterIdLst>
  <p:notesMasterIdLst>
    <p:notesMasterId r:id="rId5"/>
  </p:notesMasterIdLst>
  <p:handoutMasterIdLst>
    <p:handoutMasterId r:id="rId20"/>
  </p:handoutMasterIdLst>
  <p:sldIdLst>
    <p:sldId id="340" r:id="rId4"/>
    <p:sldId id="341" r:id="rId6"/>
    <p:sldId id="342" r:id="rId7"/>
    <p:sldId id="379" r:id="rId8"/>
    <p:sldId id="414" r:id="rId9"/>
    <p:sldId id="428" r:id="rId10"/>
    <p:sldId id="423" r:id="rId11"/>
    <p:sldId id="408" r:id="rId12"/>
    <p:sldId id="438" r:id="rId13"/>
    <p:sldId id="415" r:id="rId14"/>
    <p:sldId id="436" r:id="rId15"/>
    <p:sldId id="426" r:id="rId16"/>
    <p:sldId id="430" r:id="rId17"/>
    <p:sldId id="434" r:id="rId18"/>
    <p:sldId id="437" r:id="rId19"/>
  </p:sldIdLst>
  <p:sldSz cx="12192000" cy="6858000"/>
  <p:notesSz cx="6858000" cy="9144000"/>
  <p:embeddedFontLst>
    <p:embeddedFont>
      <p:font typeface="Inter" panose="02000503000000020004" charset="0"/>
      <p:regular r:id="rId24"/>
      <p:bold r:id="rId25"/>
    </p:embeddedFont>
    <p:embeddedFont>
      <p:font typeface="Inter Black" panose="02000503000000020004" charset="0"/>
      <p:bold r:id="rId26"/>
    </p:embeddedFont>
  </p:embeddedFontLst>
  <p:custDataLst>
    <p:tags r:id="rId2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8CBE7"/>
    <a:srgbClr val="0F1423"/>
    <a:srgbClr val="4DDBF8"/>
    <a:srgbClr val="4AC7F9"/>
    <a:srgbClr val="47B2FA"/>
    <a:srgbClr val="54A6FB"/>
    <a:srgbClr val="4589FB"/>
    <a:srgbClr val="4675FC"/>
    <a:srgbClr val="54FDED"/>
    <a:srgbClr val="4EE4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14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7" Type="http://schemas.openxmlformats.org/officeDocument/2006/relationships/tags" Target="tags/tag288.xml"/><Relationship Id="rId26" Type="http://schemas.openxmlformats.org/officeDocument/2006/relationships/font" Target="fonts/font3.fntdata"/><Relationship Id="rId25" Type="http://schemas.openxmlformats.org/officeDocument/2006/relationships/font" Target="fonts/font2.fntdata"/><Relationship Id="rId24" Type="http://schemas.openxmlformats.org/officeDocument/2006/relationships/font" Target="fonts/font1.fntdata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handoutMaster" Target="handoutMasters/handoutMaster1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Inter Black" panose="02000503000000020004" charset="0"/>
              <a:ea typeface="Inter Black" panose="02000503000000020004" charset="0"/>
              <a:cs typeface="Inter" panose="02000503000000020004" charset="0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rPr>
            </a:fld>
            <a:endParaRPr lang="zh-CN" altLang="en-US">
              <a:latin typeface="Inter Black" panose="02000503000000020004" charset="0"/>
              <a:ea typeface="Inter Black" panose="02000503000000020004" charset="0"/>
              <a:cs typeface="Inter" panose="0200050300000002000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Inter Black" panose="02000503000000020004" charset="0"/>
              <a:ea typeface="Inter Black" panose="02000503000000020004" charset="0"/>
              <a:cs typeface="Inter" panose="0200050300000002000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rPr>
            </a:fld>
            <a:endParaRPr lang="zh-CN" altLang="en-US">
              <a:latin typeface="Inter Black" panose="02000503000000020004" charset="0"/>
              <a:ea typeface="Inter Black" panose="02000503000000020004" charset="0"/>
              <a:cs typeface="Inter" panose="0200050300000002000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Inter Black" panose="02000503000000020004" charset="0"/>
        <a:ea typeface="Inter Black" panose="02000503000000020004" charset="0"/>
        <a:cs typeface="Inter" panose="0200050300000002000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Inter Black" panose="02000503000000020004" charset="0"/>
        <a:ea typeface="Inter Black" panose="02000503000000020004" charset="0"/>
        <a:cs typeface="Inter" panose="0200050300000002000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Inter Black" panose="02000503000000020004" charset="0"/>
        <a:ea typeface="Inter Black" panose="02000503000000020004" charset="0"/>
        <a:cs typeface="Inter" panose="0200050300000002000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Inter Black" panose="02000503000000020004" charset="0"/>
        <a:ea typeface="Inter Black" panose="02000503000000020004" charset="0"/>
        <a:cs typeface="Inter" panose="0200050300000002000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Inter Black" panose="02000503000000020004" charset="0"/>
        <a:ea typeface="Inter Black" panose="02000503000000020004" charset="0"/>
        <a:cs typeface="Inter" panose="0200050300000002000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83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91.xml"/><Relationship Id="rId8" Type="http://schemas.openxmlformats.org/officeDocument/2006/relationships/tags" Target="../tags/tag90.xml"/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7" Type="http://schemas.openxmlformats.org/officeDocument/2006/relationships/tags" Target="../tags/tag104.xml"/><Relationship Id="rId6" Type="http://schemas.openxmlformats.org/officeDocument/2006/relationships/tags" Target="../tags/tag103.xml"/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6" Type="http://schemas.openxmlformats.org/officeDocument/2006/relationships/tags" Target="../tags/tag118.xml"/><Relationship Id="rId5" Type="http://schemas.openxmlformats.org/officeDocument/2006/relationships/tags" Target="../tags/tag117.xml"/><Relationship Id="rId4" Type="http://schemas.openxmlformats.org/officeDocument/2006/relationships/tags" Target="../tags/tag116.xml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8" Type="http://schemas.openxmlformats.org/officeDocument/2006/relationships/theme" Target="../theme/theme2.xml"/><Relationship Id="rId17" Type="http://schemas.openxmlformats.org/officeDocument/2006/relationships/tags" Target="../tags/tag124.xml"/><Relationship Id="rId16" Type="http://schemas.openxmlformats.org/officeDocument/2006/relationships/tags" Target="../tags/tag123.xml"/><Relationship Id="rId15" Type="http://schemas.openxmlformats.org/officeDocument/2006/relationships/tags" Target="../tags/tag122.xml"/><Relationship Id="rId14" Type="http://schemas.openxmlformats.org/officeDocument/2006/relationships/tags" Target="../tags/tag121.xml"/><Relationship Id="rId13" Type="http://schemas.openxmlformats.org/officeDocument/2006/relationships/tags" Target="../tags/tag120.xml"/><Relationship Id="rId12" Type="http://schemas.openxmlformats.org/officeDocument/2006/relationships/tags" Target="../tags/tag119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Inter" panose="02000503000000020004" charset="0"/>
                <a:ea typeface="Inter Black" panose="02000503000000020004" charset="0"/>
                <a:cs typeface="Inter" panose="0200050300000002000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Inter" panose="02000503000000020004" charset="0"/>
                <a:ea typeface="Inter Black" panose="02000503000000020004" charset="0"/>
                <a:cs typeface="Inter" panose="02000503000000020004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Inter" panose="02000503000000020004" charset="0"/>
                <a:ea typeface="Inter Black" panose="02000503000000020004" charset="0"/>
                <a:cs typeface="Inter" panose="0200050300000002000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Inter" panose="02000503000000020004" charset="0"/>
          <a:ea typeface="Inter Black" panose="02000503000000020004" charset="0"/>
          <a:cs typeface="Inter" panose="02000503000000020004" charset="0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Inter" panose="02000503000000020004" charset="0"/>
          <a:ea typeface="Inter Black" panose="02000503000000020004" charset="0"/>
          <a:cs typeface="Inter" panose="02000503000000020004" charset="0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Inter" panose="02000503000000020004" charset="0"/>
          <a:ea typeface="Inter Black" panose="02000503000000020004" charset="0"/>
          <a:cs typeface="Inter" panose="02000503000000020004" charset="0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Inter" panose="02000503000000020004" charset="0"/>
          <a:ea typeface="Inter Black" panose="02000503000000020004" charset="0"/>
          <a:cs typeface="Inter" panose="02000503000000020004" charset="0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Inter" panose="02000503000000020004" charset="0"/>
          <a:ea typeface="Inter Black" panose="02000503000000020004" charset="0"/>
          <a:cs typeface="Inter" panose="02000503000000020004" charset="0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Inter" panose="02000503000000020004" charset="0"/>
          <a:ea typeface="Inter Black" panose="02000503000000020004" charset="0"/>
          <a:cs typeface="Inter" panose="0200050300000002000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Inter" panose="02000503000000020004" charset="0"/>
                <a:ea typeface="Inter Black" panose="02000503000000020004" charset="0"/>
                <a:cs typeface="Inter" panose="0200050300000002000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Inter" panose="02000503000000020004" charset="0"/>
                <a:ea typeface="Inter Black" panose="02000503000000020004" charset="0"/>
                <a:cs typeface="Inter" panose="02000503000000020004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Inter" panose="02000503000000020004" charset="0"/>
                <a:ea typeface="Inter Black" panose="02000503000000020004" charset="0"/>
                <a:cs typeface="Inter" panose="0200050300000002000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Inter" panose="02000503000000020004" charset="0"/>
          <a:ea typeface="Inter Black" panose="02000503000000020004" charset="0"/>
          <a:cs typeface="Inter" panose="02000503000000020004" charset="0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Inter" panose="02000503000000020004" charset="0"/>
          <a:ea typeface="Inter Black" panose="02000503000000020004" charset="0"/>
          <a:cs typeface="Inter" panose="02000503000000020004" charset="0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Inter" panose="02000503000000020004" charset="0"/>
          <a:ea typeface="Inter Black" panose="02000503000000020004" charset="0"/>
          <a:cs typeface="Inter" panose="02000503000000020004" charset="0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Inter" panose="02000503000000020004" charset="0"/>
          <a:ea typeface="Inter Black" panose="02000503000000020004" charset="0"/>
          <a:cs typeface="Inter" panose="02000503000000020004" charset="0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Inter" panose="02000503000000020004" charset="0"/>
          <a:ea typeface="Inter Black" panose="02000503000000020004" charset="0"/>
          <a:cs typeface="Inter" panose="02000503000000020004" charset="0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Inter" panose="02000503000000020004" charset="0"/>
          <a:ea typeface="Inter Black" panose="02000503000000020004" charset="0"/>
          <a:cs typeface="Inter" panose="0200050300000002000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132.xml"/><Relationship Id="rId8" Type="http://schemas.openxmlformats.org/officeDocument/2006/relationships/tags" Target="../tags/tag131.xml"/><Relationship Id="rId7" Type="http://schemas.openxmlformats.org/officeDocument/2006/relationships/tags" Target="../tags/tag130.xml"/><Relationship Id="rId6" Type="http://schemas.openxmlformats.org/officeDocument/2006/relationships/tags" Target="../tags/tag129.xml"/><Relationship Id="rId5" Type="http://schemas.openxmlformats.org/officeDocument/2006/relationships/tags" Target="../tags/tag128.xml"/><Relationship Id="rId4" Type="http://schemas.openxmlformats.org/officeDocument/2006/relationships/tags" Target="../tags/tag127.xml"/><Relationship Id="rId31" Type="http://schemas.openxmlformats.org/officeDocument/2006/relationships/notesSlide" Target="../notesSlides/notesSlide1.xml"/><Relationship Id="rId30" Type="http://schemas.openxmlformats.org/officeDocument/2006/relationships/slideLayout" Target="../slideLayouts/slideLayout12.xml"/><Relationship Id="rId3" Type="http://schemas.openxmlformats.org/officeDocument/2006/relationships/tags" Target="../tags/tag126.xml"/><Relationship Id="rId29" Type="http://schemas.openxmlformats.org/officeDocument/2006/relationships/tags" Target="../tags/tag147.xml"/><Relationship Id="rId28" Type="http://schemas.openxmlformats.org/officeDocument/2006/relationships/image" Target="../media/image6.svg"/><Relationship Id="rId27" Type="http://schemas.openxmlformats.org/officeDocument/2006/relationships/image" Target="../media/image5.png"/><Relationship Id="rId26" Type="http://schemas.openxmlformats.org/officeDocument/2006/relationships/tags" Target="../tags/tag146.xml"/><Relationship Id="rId25" Type="http://schemas.openxmlformats.org/officeDocument/2006/relationships/image" Target="../media/image4.svg"/><Relationship Id="rId24" Type="http://schemas.openxmlformats.org/officeDocument/2006/relationships/image" Target="../media/image3.png"/><Relationship Id="rId23" Type="http://schemas.openxmlformats.org/officeDocument/2006/relationships/tags" Target="../tags/tag145.xml"/><Relationship Id="rId22" Type="http://schemas.openxmlformats.org/officeDocument/2006/relationships/tags" Target="../tags/tag144.xml"/><Relationship Id="rId21" Type="http://schemas.openxmlformats.org/officeDocument/2006/relationships/tags" Target="../tags/tag143.xml"/><Relationship Id="rId20" Type="http://schemas.openxmlformats.org/officeDocument/2006/relationships/image" Target="../media/image2.png"/><Relationship Id="rId2" Type="http://schemas.openxmlformats.org/officeDocument/2006/relationships/tags" Target="../tags/tag125.xml"/><Relationship Id="rId19" Type="http://schemas.openxmlformats.org/officeDocument/2006/relationships/tags" Target="../tags/tag142.xml"/><Relationship Id="rId18" Type="http://schemas.openxmlformats.org/officeDocument/2006/relationships/tags" Target="../tags/tag141.xml"/><Relationship Id="rId17" Type="http://schemas.openxmlformats.org/officeDocument/2006/relationships/tags" Target="../tags/tag140.xml"/><Relationship Id="rId16" Type="http://schemas.openxmlformats.org/officeDocument/2006/relationships/tags" Target="../tags/tag139.xml"/><Relationship Id="rId15" Type="http://schemas.openxmlformats.org/officeDocument/2006/relationships/tags" Target="../tags/tag138.xml"/><Relationship Id="rId14" Type="http://schemas.openxmlformats.org/officeDocument/2006/relationships/tags" Target="../tags/tag137.xml"/><Relationship Id="rId13" Type="http://schemas.openxmlformats.org/officeDocument/2006/relationships/tags" Target="../tags/tag136.xml"/><Relationship Id="rId12" Type="http://schemas.openxmlformats.org/officeDocument/2006/relationships/tags" Target="../tags/tag135.xml"/><Relationship Id="rId11" Type="http://schemas.openxmlformats.org/officeDocument/2006/relationships/tags" Target="../tags/tag134.xml"/><Relationship Id="rId10" Type="http://schemas.openxmlformats.org/officeDocument/2006/relationships/tags" Target="../tags/tag133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55.xml"/><Relationship Id="rId8" Type="http://schemas.openxmlformats.org/officeDocument/2006/relationships/tags" Target="../tags/tag154.xml"/><Relationship Id="rId7" Type="http://schemas.openxmlformats.org/officeDocument/2006/relationships/tags" Target="../tags/tag153.xml"/><Relationship Id="rId6" Type="http://schemas.openxmlformats.org/officeDocument/2006/relationships/tags" Target="../tags/tag152.xml"/><Relationship Id="rId5" Type="http://schemas.openxmlformats.org/officeDocument/2006/relationships/tags" Target="../tags/tag151.xml"/><Relationship Id="rId4" Type="http://schemas.openxmlformats.org/officeDocument/2006/relationships/tags" Target="../tags/tag150.xml"/><Relationship Id="rId32" Type="http://schemas.openxmlformats.org/officeDocument/2006/relationships/notesSlide" Target="../notesSlides/notesSlide2.xml"/><Relationship Id="rId31" Type="http://schemas.openxmlformats.org/officeDocument/2006/relationships/slideLayout" Target="../slideLayouts/slideLayout12.xml"/><Relationship Id="rId30" Type="http://schemas.openxmlformats.org/officeDocument/2006/relationships/tags" Target="../tags/tag176.xml"/><Relationship Id="rId3" Type="http://schemas.openxmlformats.org/officeDocument/2006/relationships/tags" Target="../tags/tag149.xml"/><Relationship Id="rId29" Type="http://schemas.openxmlformats.org/officeDocument/2006/relationships/tags" Target="../tags/tag175.xml"/><Relationship Id="rId28" Type="http://schemas.openxmlformats.org/officeDocument/2006/relationships/tags" Target="../tags/tag174.xml"/><Relationship Id="rId27" Type="http://schemas.openxmlformats.org/officeDocument/2006/relationships/tags" Target="../tags/tag173.xml"/><Relationship Id="rId26" Type="http://schemas.openxmlformats.org/officeDocument/2006/relationships/tags" Target="../tags/tag172.xml"/><Relationship Id="rId25" Type="http://schemas.openxmlformats.org/officeDocument/2006/relationships/tags" Target="../tags/tag171.xml"/><Relationship Id="rId24" Type="http://schemas.openxmlformats.org/officeDocument/2006/relationships/tags" Target="../tags/tag170.xml"/><Relationship Id="rId23" Type="http://schemas.openxmlformats.org/officeDocument/2006/relationships/tags" Target="../tags/tag169.xml"/><Relationship Id="rId22" Type="http://schemas.openxmlformats.org/officeDocument/2006/relationships/tags" Target="../tags/tag168.xml"/><Relationship Id="rId21" Type="http://schemas.openxmlformats.org/officeDocument/2006/relationships/tags" Target="../tags/tag167.xml"/><Relationship Id="rId20" Type="http://schemas.openxmlformats.org/officeDocument/2006/relationships/tags" Target="../tags/tag166.xml"/><Relationship Id="rId2" Type="http://schemas.openxmlformats.org/officeDocument/2006/relationships/image" Target="../media/image7.jpeg"/><Relationship Id="rId19" Type="http://schemas.openxmlformats.org/officeDocument/2006/relationships/tags" Target="../tags/tag165.xml"/><Relationship Id="rId18" Type="http://schemas.openxmlformats.org/officeDocument/2006/relationships/tags" Target="../tags/tag164.xml"/><Relationship Id="rId17" Type="http://schemas.openxmlformats.org/officeDocument/2006/relationships/tags" Target="../tags/tag163.xml"/><Relationship Id="rId16" Type="http://schemas.openxmlformats.org/officeDocument/2006/relationships/tags" Target="../tags/tag162.xml"/><Relationship Id="rId15" Type="http://schemas.openxmlformats.org/officeDocument/2006/relationships/tags" Target="../tags/tag161.xml"/><Relationship Id="rId14" Type="http://schemas.openxmlformats.org/officeDocument/2006/relationships/tags" Target="../tags/tag160.xml"/><Relationship Id="rId13" Type="http://schemas.openxmlformats.org/officeDocument/2006/relationships/tags" Target="../tags/tag159.xml"/><Relationship Id="rId12" Type="http://schemas.openxmlformats.org/officeDocument/2006/relationships/tags" Target="../tags/tag158.xml"/><Relationship Id="rId11" Type="http://schemas.openxmlformats.org/officeDocument/2006/relationships/tags" Target="../tags/tag157.xml"/><Relationship Id="rId10" Type="http://schemas.openxmlformats.org/officeDocument/2006/relationships/tags" Target="../tags/tag156.xml"/><Relationship Id="rId1" Type="http://schemas.openxmlformats.org/officeDocument/2006/relationships/tags" Target="../tags/tag148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12.xml"/><Relationship Id="rId6" Type="http://schemas.openxmlformats.org/officeDocument/2006/relationships/tags" Target="../tags/tag181.xml"/><Relationship Id="rId5" Type="http://schemas.openxmlformats.org/officeDocument/2006/relationships/tags" Target="../tags/tag180.xml"/><Relationship Id="rId4" Type="http://schemas.openxmlformats.org/officeDocument/2006/relationships/tags" Target="../tags/tag179.xml"/><Relationship Id="rId3" Type="http://schemas.openxmlformats.org/officeDocument/2006/relationships/tags" Target="../tags/tag178.xml"/><Relationship Id="rId2" Type="http://schemas.openxmlformats.org/officeDocument/2006/relationships/tags" Target="../tags/tag177.xml"/><Relationship Id="rId1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svg"/><Relationship Id="rId8" Type="http://schemas.openxmlformats.org/officeDocument/2006/relationships/image" Target="../media/image9.png"/><Relationship Id="rId7" Type="http://schemas.openxmlformats.org/officeDocument/2006/relationships/tags" Target="../tags/tag187.xml"/><Relationship Id="rId6" Type="http://schemas.openxmlformats.org/officeDocument/2006/relationships/tags" Target="../tags/tag186.xml"/><Relationship Id="rId5" Type="http://schemas.openxmlformats.org/officeDocument/2006/relationships/tags" Target="../tags/tag185.xml"/><Relationship Id="rId4" Type="http://schemas.openxmlformats.org/officeDocument/2006/relationships/tags" Target="../tags/tag184.xml"/><Relationship Id="rId3" Type="http://schemas.openxmlformats.org/officeDocument/2006/relationships/tags" Target="../tags/tag183.xml"/><Relationship Id="rId25" Type="http://schemas.openxmlformats.org/officeDocument/2006/relationships/notesSlide" Target="../notesSlides/notesSlide4.xml"/><Relationship Id="rId24" Type="http://schemas.openxmlformats.org/officeDocument/2006/relationships/slideLayout" Target="../slideLayouts/slideLayout12.xml"/><Relationship Id="rId23" Type="http://schemas.openxmlformats.org/officeDocument/2006/relationships/tags" Target="../tags/tag195.xml"/><Relationship Id="rId22" Type="http://schemas.openxmlformats.org/officeDocument/2006/relationships/tags" Target="../tags/tag194.xml"/><Relationship Id="rId21" Type="http://schemas.openxmlformats.org/officeDocument/2006/relationships/image" Target="../media/image6.svg"/><Relationship Id="rId20" Type="http://schemas.openxmlformats.org/officeDocument/2006/relationships/image" Target="../media/image5.png"/><Relationship Id="rId2" Type="http://schemas.openxmlformats.org/officeDocument/2006/relationships/tags" Target="../tags/tag182.xml"/><Relationship Id="rId19" Type="http://schemas.openxmlformats.org/officeDocument/2006/relationships/tags" Target="../tags/tag193.xml"/><Relationship Id="rId18" Type="http://schemas.openxmlformats.org/officeDocument/2006/relationships/image" Target="../media/image4.svg"/><Relationship Id="rId17" Type="http://schemas.openxmlformats.org/officeDocument/2006/relationships/image" Target="../media/image3.png"/><Relationship Id="rId16" Type="http://schemas.openxmlformats.org/officeDocument/2006/relationships/tags" Target="../tags/tag192.xml"/><Relationship Id="rId15" Type="http://schemas.openxmlformats.org/officeDocument/2006/relationships/tags" Target="../tags/tag191.xml"/><Relationship Id="rId14" Type="http://schemas.openxmlformats.org/officeDocument/2006/relationships/tags" Target="../tags/tag190.xml"/><Relationship Id="rId13" Type="http://schemas.openxmlformats.org/officeDocument/2006/relationships/image" Target="../media/image12.svg"/><Relationship Id="rId12" Type="http://schemas.openxmlformats.org/officeDocument/2006/relationships/image" Target="../media/image11.png"/><Relationship Id="rId11" Type="http://schemas.openxmlformats.org/officeDocument/2006/relationships/tags" Target="../tags/tag189.xml"/><Relationship Id="rId10" Type="http://schemas.openxmlformats.org/officeDocument/2006/relationships/tags" Target="../tags/tag188.xml"/><Relationship Id="rId1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12.xml"/><Relationship Id="rId5" Type="http://schemas.openxmlformats.org/officeDocument/2006/relationships/tags" Target="../tags/tag199.xml"/><Relationship Id="rId4" Type="http://schemas.openxmlformats.org/officeDocument/2006/relationships/tags" Target="../tags/tag198.xml"/><Relationship Id="rId3" Type="http://schemas.openxmlformats.org/officeDocument/2006/relationships/tags" Target="../tags/tag197.xml"/><Relationship Id="rId2" Type="http://schemas.openxmlformats.org/officeDocument/2006/relationships/tags" Target="../tags/tag196.xml"/><Relationship Id="rId1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205.xml"/><Relationship Id="rId8" Type="http://schemas.openxmlformats.org/officeDocument/2006/relationships/tags" Target="../tags/tag204.xml"/><Relationship Id="rId7" Type="http://schemas.openxmlformats.org/officeDocument/2006/relationships/image" Target="../media/image14.svg"/><Relationship Id="rId6" Type="http://schemas.openxmlformats.org/officeDocument/2006/relationships/image" Target="../media/image13.png"/><Relationship Id="rId5" Type="http://schemas.openxmlformats.org/officeDocument/2006/relationships/tags" Target="../tags/tag203.xml"/><Relationship Id="rId4" Type="http://schemas.openxmlformats.org/officeDocument/2006/relationships/tags" Target="../tags/tag202.xml"/><Relationship Id="rId3" Type="http://schemas.openxmlformats.org/officeDocument/2006/relationships/tags" Target="../tags/tag201.xml"/><Relationship Id="rId21" Type="http://schemas.openxmlformats.org/officeDocument/2006/relationships/notesSlide" Target="../notesSlides/notesSlide6.xml"/><Relationship Id="rId20" Type="http://schemas.openxmlformats.org/officeDocument/2006/relationships/slideLayout" Target="../slideLayouts/slideLayout12.xml"/><Relationship Id="rId2" Type="http://schemas.openxmlformats.org/officeDocument/2006/relationships/image" Target="../media/image8.jpeg"/><Relationship Id="rId19" Type="http://schemas.openxmlformats.org/officeDocument/2006/relationships/tags" Target="../tags/tag212.xml"/><Relationship Id="rId18" Type="http://schemas.openxmlformats.org/officeDocument/2006/relationships/image" Target="../media/image17.svg"/><Relationship Id="rId17" Type="http://schemas.openxmlformats.org/officeDocument/2006/relationships/image" Target="../media/image16.png"/><Relationship Id="rId16" Type="http://schemas.openxmlformats.org/officeDocument/2006/relationships/tags" Target="../tags/tag211.xml"/><Relationship Id="rId15" Type="http://schemas.openxmlformats.org/officeDocument/2006/relationships/tags" Target="../tags/tag210.xml"/><Relationship Id="rId14" Type="http://schemas.openxmlformats.org/officeDocument/2006/relationships/tags" Target="../tags/tag209.xml"/><Relationship Id="rId13" Type="http://schemas.openxmlformats.org/officeDocument/2006/relationships/tags" Target="../tags/tag208.xml"/><Relationship Id="rId12" Type="http://schemas.openxmlformats.org/officeDocument/2006/relationships/tags" Target="../tags/tag207.xml"/><Relationship Id="rId11" Type="http://schemas.openxmlformats.org/officeDocument/2006/relationships/tags" Target="../tags/tag206.xml"/><Relationship Id="rId10" Type="http://schemas.openxmlformats.org/officeDocument/2006/relationships/image" Target="../media/image15.png"/><Relationship Id="rId1" Type="http://schemas.openxmlformats.org/officeDocument/2006/relationships/tags" Target="../tags/tag200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svg"/><Relationship Id="rId8" Type="http://schemas.openxmlformats.org/officeDocument/2006/relationships/image" Target="../media/image11.png"/><Relationship Id="rId7" Type="http://schemas.openxmlformats.org/officeDocument/2006/relationships/tags" Target="../tags/tag218.xml"/><Relationship Id="rId6" Type="http://schemas.openxmlformats.org/officeDocument/2006/relationships/tags" Target="../tags/tag217.xml"/><Relationship Id="rId5" Type="http://schemas.openxmlformats.org/officeDocument/2006/relationships/tags" Target="../tags/tag216.xml"/><Relationship Id="rId4" Type="http://schemas.openxmlformats.org/officeDocument/2006/relationships/tags" Target="../tags/tag215.xml"/><Relationship Id="rId34" Type="http://schemas.openxmlformats.org/officeDocument/2006/relationships/notesSlide" Target="../notesSlides/notesSlide7.xml"/><Relationship Id="rId33" Type="http://schemas.openxmlformats.org/officeDocument/2006/relationships/slideLayout" Target="../slideLayouts/slideLayout12.xml"/><Relationship Id="rId32" Type="http://schemas.openxmlformats.org/officeDocument/2006/relationships/tags" Target="../tags/tag239.xml"/><Relationship Id="rId31" Type="http://schemas.openxmlformats.org/officeDocument/2006/relationships/tags" Target="../tags/tag238.xml"/><Relationship Id="rId30" Type="http://schemas.openxmlformats.org/officeDocument/2006/relationships/tags" Target="../tags/tag237.xml"/><Relationship Id="rId3" Type="http://schemas.openxmlformats.org/officeDocument/2006/relationships/tags" Target="../tags/tag214.xml"/><Relationship Id="rId29" Type="http://schemas.openxmlformats.org/officeDocument/2006/relationships/tags" Target="../tags/tag236.xml"/><Relationship Id="rId28" Type="http://schemas.openxmlformats.org/officeDocument/2006/relationships/tags" Target="../tags/tag235.xml"/><Relationship Id="rId27" Type="http://schemas.openxmlformats.org/officeDocument/2006/relationships/tags" Target="../tags/tag234.xml"/><Relationship Id="rId26" Type="http://schemas.openxmlformats.org/officeDocument/2006/relationships/tags" Target="../tags/tag233.xml"/><Relationship Id="rId25" Type="http://schemas.openxmlformats.org/officeDocument/2006/relationships/tags" Target="../tags/tag232.xml"/><Relationship Id="rId24" Type="http://schemas.openxmlformats.org/officeDocument/2006/relationships/tags" Target="../tags/tag231.xml"/><Relationship Id="rId23" Type="http://schemas.openxmlformats.org/officeDocument/2006/relationships/tags" Target="../tags/tag230.xml"/><Relationship Id="rId22" Type="http://schemas.openxmlformats.org/officeDocument/2006/relationships/tags" Target="../tags/tag229.xml"/><Relationship Id="rId21" Type="http://schemas.openxmlformats.org/officeDocument/2006/relationships/tags" Target="../tags/tag228.xml"/><Relationship Id="rId20" Type="http://schemas.openxmlformats.org/officeDocument/2006/relationships/tags" Target="../tags/tag227.xml"/><Relationship Id="rId2" Type="http://schemas.openxmlformats.org/officeDocument/2006/relationships/tags" Target="../tags/tag213.xml"/><Relationship Id="rId19" Type="http://schemas.openxmlformats.org/officeDocument/2006/relationships/tags" Target="../tags/tag226.xml"/><Relationship Id="rId18" Type="http://schemas.openxmlformats.org/officeDocument/2006/relationships/tags" Target="../tags/tag225.xml"/><Relationship Id="rId17" Type="http://schemas.openxmlformats.org/officeDocument/2006/relationships/tags" Target="../tags/tag224.xml"/><Relationship Id="rId16" Type="http://schemas.openxmlformats.org/officeDocument/2006/relationships/tags" Target="../tags/tag223.xml"/><Relationship Id="rId15" Type="http://schemas.openxmlformats.org/officeDocument/2006/relationships/tags" Target="../tags/tag222.xml"/><Relationship Id="rId14" Type="http://schemas.openxmlformats.org/officeDocument/2006/relationships/image" Target="../media/image19.svg"/><Relationship Id="rId13" Type="http://schemas.openxmlformats.org/officeDocument/2006/relationships/image" Target="../media/image18.png"/><Relationship Id="rId12" Type="http://schemas.openxmlformats.org/officeDocument/2006/relationships/tags" Target="../tags/tag221.xml"/><Relationship Id="rId11" Type="http://schemas.openxmlformats.org/officeDocument/2006/relationships/tags" Target="../tags/tag220.xml"/><Relationship Id="rId10" Type="http://schemas.openxmlformats.org/officeDocument/2006/relationships/tags" Target="../tags/tag219.xml"/><Relationship Id="rId1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7" Type="http://schemas.openxmlformats.org/officeDocument/2006/relationships/slideLayout" Target="../slideLayouts/slideLayout12.xml"/><Relationship Id="rId6" Type="http://schemas.openxmlformats.org/officeDocument/2006/relationships/tags" Target="../tags/tag244.xml"/><Relationship Id="rId5" Type="http://schemas.openxmlformats.org/officeDocument/2006/relationships/tags" Target="../tags/tag243.xml"/><Relationship Id="rId4" Type="http://schemas.openxmlformats.org/officeDocument/2006/relationships/tags" Target="../tags/tag242.xml"/><Relationship Id="rId3" Type="http://schemas.openxmlformats.org/officeDocument/2006/relationships/tags" Target="../tags/tag241.xml"/><Relationship Id="rId2" Type="http://schemas.openxmlformats.org/officeDocument/2006/relationships/tags" Target="../tags/tag240.xml"/><Relationship Id="rId1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252.xml"/><Relationship Id="rId8" Type="http://schemas.openxmlformats.org/officeDocument/2006/relationships/tags" Target="../tags/tag251.xml"/><Relationship Id="rId7" Type="http://schemas.openxmlformats.org/officeDocument/2006/relationships/tags" Target="../tags/tag250.xml"/><Relationship Id="rId6" Type="http://schemas.openxmlformats.org/officeDocument/2006/relationships/tags" Target="../tags/tag249.xml"/><Relationship Id="rId5" Type="http://schemas.openxmlformats.org/officeDocument/2006/relationships/tags" Target="../tags/tag248.xml"/><Relationship Id="rId4" Type="http://schemas.openxmlformats.org/officeDocument/2006/relationships/tags" Target="../tags/tag247.xml"/><Relationship Id="rId3" Type="http://schemas.openxmlformats.org/officeDocument/2006/relationships/tags" Target="../tags/tag246.xml"/><Relationship Id="rId2" Type="http://schemas.openxmlformats.org/officeDocument/2006/relationships/tags" Target="../tags/tag245.xml"/><Relationship Id="rId16" Type="http://schemas.openxmlformats.org/officeDocument/2006/relationships/notesSlide" Target="../notesSlides/notesSlide9.xml"/><Relationship Id="rId15" Type="http://schemas.openxmlformats.org/officeDocument/2006/relationships/slideLayout" Target="../slideLayouts/slideLayout12.xml"/><Relationship Id="rId14" Type="http://schemas.openxmlformats.org/officeDocument/2006/relationships/tags" Target="../tags/tag254.xml"/><Relationship Id="rId13" Type="http://schemas.openxmlformats.org/officeDocument/2006/relationships/tags" Target="../tags/tag253.xml"/><Relationship Id="rId12" Type="http://schemas.openxmlformats.org/officeDocument/2006/relationships/image" Target="../media/image22.png"/><Relationship Id="rId11" Type="http://schemas.openxmlformats.org/officeDocument/2006/relationships/image" Target="../media/image21.svg"/><Relationship Id="rId10" Type="http://schemas.openxmlformats.org/officeDocument/2006/relationships/image" Target="../media/image20.png"/><Relationship Id="rId1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0.xml"/><Relationship Id="rId6" Type="http://schemas.openxmlformats.org/officeDocument/2006/relationships/slideLayout" Target="../slideLayouts/slideLayout12.xml"/><Relationship Id="rId5" Type="http://schemas.openxmlformats.org/officeDocument/2006/relationships/tags" Target="../tags/tag258.xml"/><Relationship Id="rId4" Type="http://schemas.openxmlformats.org/officeDocument/2006/relationships/tags" Target="../tags/tag257.xml"/><Relationship Id="rId3" Type="http://schemas.openxmlformats.org/officeDocument/2006/relationships/tags" Target="../tags/tag256.xml"/><Relationship Id="rId2" Type="http://schemas.openxmlformats.org/officeDocument/2006/relationships/tags" Target="../tags/tag255.xml"/><Relationship Id="rId1" Type="http://schemas.openxmlformats.org/officeDocument/2006/relationships/image" Target="../media/image8.jpe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tags" Target="../tags/tag263.xml"/><Relationship Id="rId7" Type="http://schemas.openxmlformats.org/officeDocument/2006/relationships/tags" Target="../tags/tag262.xml"/><Relationship Id="rId6" Type="http://schemas.openxmlformats.org/officeDocument/2006/relationships/image" Target="../media/image24.png"/><Relationship Id="rId5" Type="http://schemas.openxmlformats.org/officeDocument/2006/relationships/tags" Target="../tags/tag261.xml"/><Relationship Id="rId4" Type="http://schemas.openxmlformats.org/officeDocument/2006/relationships/image" Target="../media/image23.png"/><Relationship Id="rId3" Type="http://schemas.openxmlformats.org/officeDocument/2006/relationships/tags" Target="../tags/tag260.xml"/><Relationship Id="rId2" Type="http://schemas.openxmlformats.org/officeDocument/2006/relationships/tags" Target="../tags/tag259.xml"/><Relationship Id="rId10" Type="http://schemas.openxmlformats.org/officeDocument/2006/relationships/notesSlide" Target="../notesSlides/notesSlide11.xml"/><Relationship Id="rId1" Type="http://schemas.openxmlformats.org/officeDocument/2006/relationships/image" Target="../media/image8.jpe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tags" Target="../tags/tag268.xml"/><Relationship Id="rId7" Type="http://schemas.openxmlformats.org/officeDocument/2006/relationships/tags" Target="../tags/tag267.xml"/><Relationship Id="rId6" Type="http://schemas.openxmlformats.org/officeDocument/2006/relationships/image" Target="../media/image26.png"/><Relationship Id="rId5" Type="http://schemas.openxmlformats.org/officeDocument/2006/relationships/tags" Target="../tags/tag266.xml"/><Relationship Id="rId4" Type="http://schemas.openxmlformats.org/officeDocument/2006/relationships/image" Target="../media/image25.png"/><Relationship Id="rId3" Type="http://schemas.openxmlformats.org/officeDocument/2006/relationships/tags" Target="../tags/tag265.xml"/><Relationship Id="rId2" Type="http://schemas.openxmlformats.org/officeDocument/2006/relationships/tags" Target="../tags/tag264.xml"/><Relationship Id="rId10" Type="http://schemas.openxmlformats.org/officeDocument/2006/relationships/notesSlide" Target="../notesSlides/notesSlide12.xml"/><Relationship Id="rId1" Type="http://schemas.openxmlformats.org/officeDocument/2006/relationships/image" Target="../media/image8.jpeg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3.xml"/><Relationship Id="rId6" Type="http://schemas.openxmlformats.org/officeDocument/2006/relationships/slideLayout" Target="../slideLayouts/slideLayout12.xml"/><Relationship Id="rId5" Type="http://schemas.openxmlformats.org/officeDocument/2006/relationships/tags" Target="../tags/tag272.xml"/><Relationship Id="rId4" Type="http://schemas.openxmlformats.org/officeDocument/2006/relationships/tags" Target="../tags/tag271.xml"/><Relationship Id="rId3" Type="http://schemas.openxmlformats.org/officeDocument/2006/relationships/tags" Target="../tags/tag270.xml"/><Relationship Id="rId2" Type="http://schemas.openxmlformats.org/officeDocument/2006/relationships/tags" Target="../tags/tag269.xml"/><Relationship Id="rId1" Type="http://schemas.openxmlformats.org/officeDocument/2006/relationships/image" Target="../media/image8.jpe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280.xml"/><Relationship Id="rId8" Type="http://schemas.openxmlformats.org/officeDocument/2006/relationships/tags" Target="../tags/tag279.xml"/><Relationship Id="rId7" Type="http://schemas.openxmlformats.org/officeDocument/2006/relationships/tags" Target="../tags/tag278.xml"/><Relationship Id="rId6" Type="http://schemas.openxmlformats.org/officeDocument/2006/relationships/tags" Target="../tags/tag277.xml"/><Relationship Id="rId5" Type="http://schemas.openxmlformats.org/officeDocument/2006/relationships/tags" Target="../tags/tag276.xml"/><Relationship Id="rId4" Type="http://schemas.openxmlformats.org/officeDocument/2006/relationships/tags" Target="../tags/tag275.xml"/><Relationship Id="rId3" Type="http://schemas.openxmlformats.org/officeDocument/2006/relationships/tags" Target="../tags/tag274.xml"/><Relationship Id="rId2" Type="http://schemas.openxmlformats.org/officeDocument/2006/relationships/tags" Target="../tags/tag273.xml"/><Relationship Id="rId12" Type="http://schemas.openxmlformats.org/officeDocument/2006/relationships/notesSlide" Target="../notesSlides/notesSlide14.xml"/><Relationship Id="rId11" Type="http://schemas.openxmlformats.org/officeDocument/2006/relationships/slideLayout" Target="../slideLayouts/slideLayout12.xml"/><Relationship Id="rId10" Type="http://schemas.openxmlformats.org/officeDocument/2006/relationships/tags" Target="../tags/tag281.xml"/><Relationship Id="rId1" Type="http://schemas.openxmlformats.org/officeDocument/2006/relationships/image" Target="../media/image8.jpe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5.xml"/><Relationship Id="rId8" Type="http://schemas.openxmlformats.org/officeDocument/2006/relationships/slideLayout" Target="../slideLayouts/slideLayout12.xml"/><Relationship Id="rId7" Type="http://schemas.openxmlformats.org/officeDocument/2006/relationships/tags" Target="../tags/tag287.xml"/><Relationship Id="rId6" Type="http://schemas.openxmlformats.org/officeDocument/2006/relationships/tags" Target="../tags/tag286.xml"/><Relationship Id="rId5" Type="http://schemas.openxmlformats.org/officeDocument/2006/relationships/tags" Target="../tags/tag285.xml"/><Relationship Id="rId4" Type="http://schemas.openxmlformats.org/officeDocument/2006/relationships/tags" Target="../tags/tag284.xml"/><Relationship Id="rId3" Type="http://schemas.openxmlformats.org/officeDocument/2006/relationships/tags" Target="../tags/tag283.xml"/><Relationship Id="rId2" Type="http://schemas.openxmlformats.org/officeDocument/2006/relationships/tags" Target="../tags/tag282.xml"/><Relationship Id="rId1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图片 51" descr="VCG21128005867512"/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4445" y="0"/>
            <a:ext cx="12160885" cy="6857365"/>
          </a:xfrm>
          <a:prstGeom prst="rect">
            <a:avLst/>
          </a:prstGeom>
        </p:spPr>
      </p:pic>
      <p:sp>
        <p:nvSpPr>
          <p:cNvPr id="7" name="Retângulo 6"/>
          <p:cNvSpPr/>
          <p:nvPr/>
        </p:nvSpPr>
        <p:spPr>
          <a:xfrm>
            <a:off x="9912350" y="681990"/>
            <a:ext cx="1786890" cy="1148715"/>
          </a:xfrm>
          <a:prstGeom prst="rect">
            <a:avLst/>
          </a:prstGeom>
          <a:solidFill>
            <a:srgbClr val="0F1423">
              <a:alpha val="55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pt-PT" altLang="en-US"/>
          </a:p>
        </p:txBody>
      </p:sp>
      <p:sp>
        <p:nvSpPr>
          <p:cNvPr id="19" name="文本框 18"/>
          <p:cNvSpPr txBox="1"/>
          <p:nvPr>
            <p:custDataLst>
              <p:tags r:id="rId2"/>
            </p:custDataLst>
          </p:nvPr>
        </p:nvSpPr>
        <p:spPr>
          <a:xfrm>
            <a:off x="4128" y="7907655"/>
            <a:ext cx="7365365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6000">
                <a:solidFill>
                  <a:schemeClr val="accent6"/>
                </a:solidFill>
                <a:effectLst/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</a:rPr>
              <a:t>YOUR TITLE HERE</a:t>
            </a:r>
            <a:endParaRPr lang="zh-CN" altLang="en-US" sz="6000">
              <a:solidFill>
                <a:schemeClr val="accent6"/>
              </a:solidFill>
              <a:effectLst/>
              <a:latin typeface="Inter Black" panose="02000503000000020004" charset="0"/>
              <a:ea typeface="Inter Black" panose="02000503000000020004" charset="0"/>
              <a:cs typeface="Inter Black" panose="02000503000000020004" charset="0"/>
            </a:endParaRPr>
          </a:p>
        </p:txBody>
      </p:sp>
      <p:sp>
        <p:nvSpPr>
          <p:cNvPr id="20" name="文本框 19"/>
          <p:cNvSpPr txBox="1"/>
          <p:nvPr>
            <p:custDataLst>
              <p:tags r:id="rId3"/>
            </p:custDataLst>
          </p:nvPr>
        </p:nvSpPr>
        <p:spPr>
          <a:xfrm>
            <a:off x="4316095" y="3880485"/>
            <a:ext cx="34925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pt-PT" altLang="zh-CN" sz="2400">
                <a:ln>
                  <a:noFill/>
                </a:ln>
                <a:solidFill>
                  <a:schemeClr val="bg1"/>
                </a:solidFill>
                <a:effectLst/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</a:rPr>
              <a:t>Curso: Dvam</a:t>
            </a:r>
            <a:endParaRPr lang="pt-PT" altLang="zh-CN" sz="2400">
              <a:ln>
                <a:noFill/>
              </a:ln>
              <a:solidFill>
                <a:schemeClr val="bg1"/>
              </a:solidFill>
              <a:effectLst/>
              <a:latin typeface="Inter Black" panose="02000503000000020004" charset="0"/>
              <a:ea typeface="Inter Black" panose="02000503000000020004" charset="0"/>
              <a:cs typeface="Inter Black" panose="02000503000000020004" charset="0"/>
            </a:endParaRPr>
          </a:p>
        </p:txBody>
      </p:sp>
      <p:sp>
        <p:nvSpPr>
          <p:cNvPr id="159" name="任意多边形: 形状 158"/>
          <p:cNvSpPr/>
          <p:nvPr/>
        </p:nvSpPr>
        <p:spPr>
          <a:xfrm>
            <a:off x="4630420" y="3715385"/>
            <a:ext cx="2934335" cy="559435"/>
          </a:xfrm>
          <a:custGeom>
            <a:avLst/>
            <a:gdLst>
              <a:gd name="connsiteX0" fmla="*/ 0 w 2880000"/>
              <a:gd name="connsiteY0" fmla="*/ 0 h 3600000"/>
              <a:gd name="connsiteX1" fmla="*/ 882815 w 2880000"/>
              <a:gd name="connsiteY1" fmla="*/ 0 h 3600000"/>
              <a:gd name="connsiteX2" fmla="*/ 942863 w 2880000"/>
              <a:gd name="connsiteY2" fmla="*/ 60048 h 3600000"/>
              <a:gd name="connsiteX3" fmla="*/ 1902766 w 2880000"/>
              <a:gd name="connsiteY3" fmla="*/ 60048 h 3600000"/>
              <a:gd name="connsiteX4" fmla="*/ 1962813 w 2880000"/>
              <a:gd name="connsiteY4" fmla="*/ 0 h 3600000"/>
              <a:gd name="connsiteX5" fmla="*/ 2880000 w 2880000"/>
              <a:gd name="connsiteY5" fmla="*/ 0 h 3600000"/>
              <a:gd name="connsiteX6" fmla="*/ 2880000 w 2880000"/>
              <a:gd name="connsiteY6" fmla="*/ 3600000 h 3600000"/>
              <a:gd name="connsiteX7" fmla="*/ 1957099 w 2880000"/>
              <a:gd name="connsiteY7" fmla="*/ 3600000 h 3600000"/>
              <a:gd name="connsiteX8" fmla="*/ 1902766 w 2880000"/>
              <a:gd name="connsiteY8" fmla="*/ 3545666 h 3600000"/>
              <a:gd name="connsiteX9" fmla="*/ 942863 w 2880000"/>
              <a:gd name="connsiteY9" fmla="*/ 3545666 h 3600000"/>
              <a:gd name="connsiteX10" fmla="*/ 888529 w 2880000"/>
              <a:gd name="connsiteY10" fmla="*/ 3600000 h 3600000"/>
              <a:gd name="connsiteX11" fmla="*/ 0 w 2880000"/>
              <a:gd name="connsiteY11" fmla="*/ 360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880000" h="3600000">
                <a:moveTo>
                  <a:pt x="0" y="0"/>
                </a:moveTo>
                <a:lnTo>
                  <a:pt x="882815" y="0"/>
                </a:lnTo>
                <a:lnTo>
                  <a:pt x="942863" y="60048"/>
                </a:lnTo>
                <a:lnTo>
                  <a:pt x="1902766" y="60048"/>
                </a:lnTo>
                <a:lnTo>
                  <a:pt x="1962813" y="0"/>
                </a:lnTo>
                <a:lnTo>
                  <a:pt x="2880000" y="0"/>
                </a:lnTo>
                <a:lnTo>
                  <a:pt x="2880000" y="3600000"/>
                </a:lnTo>
                <a:lnTo>
                  <a:pt x="1957099" y="3600000"/>
                </a:lnTo>
                <a:lnTo>
                  <a:pt x="1902766" y="3545666"/>
                </a:lnTo>
                <a:lnTo>
                  <a:pt x="942863" y="3545666"/>
                </a:lnTo>
                <a:lnTo>
                  <a:pt x="888529" y="3600000"/>
                </a:lnTo>
                <a:lnTo>
                  <a:pt x="0" y="360000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75000">
                <a:schemeClr val="accent1">
                  <a:alpha val="0"/>
                </a:schemeClr>
              </a:gs>
              <a:gs pos="94000">
                <a:schemeClr val="accent1"/>
              </a:gs>
              <a:gs pos="25000">
                <a:schemeClr val="accent1">
                  <a:alpha val="0"/>
                </a:schemeClr>
              </a:gs>
            </a:gsLst>
            <a:lin ang="0" scaled="0"/>
          </a:gradFill>
          <a:ln w="19050">
            <a:gradFill>
              <a:gsLst>
                <a:gs pos="0">
                  <a:schemeClr val="accent6"/>
                </a:gs>
                <a:gs pos="100000">
                  <a:schemeClr val="accent1"/>
                </a:gs>
              </a:gsLst>
              <a:lin ang="27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 dirty="0">
              <a:cs typeface="Inter" panose="02000503000000020004" charset="0"/>
            </a:endParaRPr>
          </a:p>
        </p:txBody>
      </p:sp>
      <p:sp>
        <p:nvSpPr>
          <p:cNvPr id="41" name="任意多边形: 形状 138"/>
          <p:cNvSpPr/>
          <p:nvPr>
            <p:custDataLst>
              <p:tags r:id="rId4"/>
            </p:custDataLst>
          </p:nvPr>
        </p:nvSpPr>
        <p:spPr>
          <a:xfrm>
            <a:off x="308610" y="503873"/>
            <a:ext cx="11576685" cy="5850255"/>
          </a:xfrm>
          <a:custGeom>
            <a:avLst/>
            <a:gdLst>
              <a:gd name="connsiteX0" fmla="*/ 0 w 10858500"/>
              <a:gd name="connsiteY0" fmla="*/ 0 h 4680000"/>
              <a:gd name="connsiteX1" fmla="*/ 10858500 w 10858500"/>
              <a:gd name="connsiteY1" fmla="*/ 0 h 4680000"/>
              <a:gd name="connsiteX2" fmla="*/ 10858500 w 10858500"/>
              <a:gd name="connsiteY2" fmla="*/ 498804 h 4680000"/>
              <a:gd name="connsiteX3" fmla="*/ 10858498 w 10858500"/>
              <a:gd name="connsiteY3" fmla="*/ 498806 h 4680000"/>
              <a:gd name="connsiteX4" fmla="*/ 10858498 w 10858500"/>
              <a:gd name="connsiteY4" fmla="*/ 489916 h 4680000"/>
              <a:gd name="connsiteX5" fmla="*/ 10798658 w 10858500"/>
              <a:gd name="connsiteY5" fmla="*/ 545937 h 4680000"/>
              <a:gd name="connsiteX6" fmla="*/ 10798658 w 10858500"/>
              <a:gd name="connsiteY6" fmla="*/ 4134061 h 4680000"/>
              <a:gd name="connsiteX7" fmla="*/ 10858498 w 10858500"/>
              <a:gd name="connsiteY7" fmla="*/ 4190082 h 4680000"/>
              <a:gd name="connsiteX8" fmla="*/ 10858498 w 10858500"/>
              <a:gd name="connsiteY8" fmla="*/ 4179297 h 4680000"/>
              <a:gd name="connsiteX9" fmla="*/ 10858500 w 10858500"/>
              <a:gd name="connsiteY9" fmla="*/ 4179299 h 4680000"/>
              <a:gd name="connsiteX10" fmla="*/ 10858500 w 10858500"/>
              <a:gd name="connsiteY10" fmla="*/ 4680000 h 4680000"/>
              <a:gd name="connsiteX11" fmla="*/ 9082087 w 10858500"/>
              <a:gd name="connsiteY11" fmla="*/ 4680000 h 4680000"/>
              <a:gd name="connsiteX12" fmla="*/ 9036435 w 10858500"/>
              <a:gd name="connsiteY12" fmla="*/ 4637262 h 4680000"/>
              <a:gd name="connsiteX13" fmla="*/ 1835005 w 10858500"/>
              <a:gd name="connsiteY13" fmla="*/ 4637262 h 4680000"/>
              <a:gd name="connsiteX14" fmla="*/ 1789353 w 10858500"/>
              <a:gd name="connsiteY14" fmla="*/ 4680000 h 4680000"/>
              <a:gd name="connsiteX15" fmla="*/ 0 w 10858500"/>
              <a:gd name="connsiteY15" fmla="*/ 4680000 h 4680000"/>
              <a:gd name="connsiteX16" fmla="*/ 0 w 10858500"/>
              <a:gd name="connsiteY16" fmla="*/ 4190082 h 4680000"/>
              <a:gd name="connsiteX17" fmla="*/ 59840 w 10858500"/>
              <a:gd name="connsiteY17" fmla="*/ 4134061 h 4680000"/>
              <a:gd name="connsiteX18" fmla="*/ 59840 w 10858500"/>
              <a:gd name="connsiteY18" fmla="*/ 545937 h 4680000"/>
              <a:gd name="connsiteX19" fmla="*/ 0 w 10858500"/>
              <a:gd name="connsiteY19" fmla="*/ 489916 h 46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858500" h="4680000">
                <a:moveTo>
                  <a:pt x="0" y="0"/>
                </a:moveTo>
                <a:lnTo>
                  <a:pt x="10858500" y="0"/>
                </a:lnTo>
                <a:lnTo>
                  <a:pt x="10858500" y="498804"/>
                </a:lnTo>
                <a:lnTo>
                  <a:pt x="10858498" y="498806"/>
                </a:lnTo>
                <a:lnTo>
                  <a:pt x="10858498" y="489916"/>
                </a:lnTo>
                <a:lnTo>
                  <a:pt x="10798658" y="545937"/>
                </a:lnTo>
                <a:lnTo>
                  <a:pt x="10798658" y="4134061"/>
                </a:lnTo>
                <a:lnTo>
                  <a:pt x="10858498" y="4190082"/>
                </a:lnTo>
                <a:lnTo>
                  <a:pt x="10858498" y="4179297"/>
                </a:lnTo>
                <a:lnTo>
                  <a:pt x="10858500" y="4179299"/>
                </a:lnTo>
                <a:lnTo>
                  <a:pt x="10858500" y="4680000"/>
                </a:lnTo>
                <a:lnTo>
                  <a:pt x="9082087" y="4680000"/>
                </a:lnTo>
                <a:lnTo>
                  <a:pt x="9036435" y="4637262"/>
                </a:lnTo>
                <a:lnTo>
                  <a:pt x="1835005" y="4637262"/>
                </a:lnTo>
                <a:lnTo>
                  <a:pt x="1789353" y="4680000"/>
                </a:lnTo>
                <a:lnTo>
                  <a:pt x="0" y="4680000"/>
                </a:lnTo>
                <a:lnTo>
                  <a:pt x="0" y="4190082"/>
                </a:lnTo>
                <a:lnTo>
                  <a:pt x="59840" y="4134061"/>
                </a:lnTo>
                <a:lnTo>
                  <a:pt x="59840" y="545937"/>
                </a:lnTo>
                <a:lnTo>
                  <a:pt x="0" y="489916"/>
                </a:lnTo>
                <a:close/>
              </a:path>
            </a:pathLst>
          </a:cu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chemeClr val="lt1"/>
              </a:solidFill>
              <a:cs typeface="Inter" panose="02000503000000020004" charset="0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421640" y="680720"/>
            <a:ext cx="2407920" cy="501650"/>
            <a:chOff x="664" y="1072"/>
            <a:chExt cx="3792" cy="910"/>
          </a:xfrm>
        </p:grpSpPr>
        <p:sp>
          <p:nvSpPr>
            <p:cNvPr id="16" name="平行四边形 15"/>
            <p:cNvSpPr/>
            <p:nvPr>
              <p:custDataLst>
                <p:tags r:id="rId5"/>
              </p:custDataLst>
            </p:nvPr>
          </p:nvSpPr>
          <p:spPr>
            <a:xfrm>
              <a:off x="981" y="1216"/>
              <a:ext cx="3361" cy="640"/>
            </a:xfrm>
            <a:prstGeom prst="parallelogram">
              <a:avLst>
                <a:gd name="adj" fmla="val 82143"/>
              </a:avLst>
            </a:prstGeom>
            <a:gradFill>
              <a:gsLst>
                <a:gs pos="0">
                  <a:srgbClr val="4675FC"/>
                </a:gs>
                <a:gs pos="100000">
                  <a:srgbClr val="4675FC">
                    <a:alpha val="0"/>
                  </a:srgbClr>
                </a:gs>
              </a:gsLst>
              <a:lin ang="1800000" scaled="0"/>
            </a:gra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pt-PT" altLang="zh-CN">
                  <a:solidFill>
                    <a:schemeClr val="lt1"/>
                  </a:solidFill>
                  <a:cs typeface="Inter" panose="02000503000000020004" charset="0"/>
                </a:rPr>
                <a:t>IPW</a:t>
              </a:r>
              <a:endParaRPr lang="pt-PT" altLang="zh-CN">
                <a:solidFill>
                  <a:schemeClr val="lt1"/>
                </a:solidFill>
                <a:cs typeface="Inter" panose="02000503000000020004" charset="0"/>
              </a:endParaRPr>
            </a:p>
          </p:txBody>
        </p:sp>
        <p:sp>
          <p:nvSpPr>
            <p:cNvPr id="2" name="平行四边形 1"/>
            <p:cNvSpPr/>
            <p:nvPr>
              <p:custDataLst>
                <p:tags r:id="rId6"/>
              </p:custDataLst>
            </p:nvPr>
          </p:nvSpPr>
          <p:spPr>
            <a:xfrm>
              <a:off x="664" y="1072"/>
              <a:ext cx="3792" cy="910"/>
            </a:xfrm>
            <a:prstGeom prst="parallelogram">
              <a:avLst>
                <a:gd name="adj" fmla="val 82143"/>
              </a:avLst>
            </a:prstGeom>
            <a:noFill/>
            <a:ln w="12700">
              <a:gradFill flip="none" rotWithShape="1">
                <a:gsLst>
                  <a:gs pos="36000">
                    <a:schemeClr val="accent1"/>
                  </a:gs>
                  <a:gs pos="75000">
                    <a:schemeClr val="accent1">
                      <a:alpha val="0"/>
                    </a:schemeClr>
                  </a:gs>
                </a:gsLst>
                <a:lin ang="0" scaled="0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cs typeface="Inter" panose="02000503000000020004" charset="0"/>
              </a:endParaRPr>
            </a:p>
          </p:txBody>
        </p:sp>
      </p:grpSp>
      <p:sp>
        <p:nvSpPr>
          <p:cNvPr id="5" name="任意多边形: 形状 21"/>
          <p:cNvSpPr/>
          <p:nvPr>
            <p:custDataLst>
              <p:tags r:id="rId7"/>
            </p:custDataLst>
          </p:nvPr>
        </p:nvSpPr>
        <p:spPr>
          <a:xfrm rot="16200000" flipV="1">
            <a:off x="-2199640" y="3370898"/>
            <a:ext cx="4707890" cy="116205"/>
          </a:xfrm>
          <a:custGeom>
            <a:avLst/>
            <a:gdLst>
              <a:gd name="connsiteX0" fmla="*/ 0 w 3238500"/>
              <a:gd name="connsiteY0" fmla="*/ 118110 h 118110"/>
              <a:gd name="connsiteX1" fmla="*/ 118110 w 3238500"/>
              <a:gd name="connsiteY1" fmla="*/ 0 h 118110"/>
              <a:gd name="connsiteX2" fmla="*/ 3124200 w 3238500"/>
              <a:gd name="connsiteY2" fmla="*/ 0 h 118110"/>
              <a:gd name="connsiteX3" fmla="*/ 3238500 w 3238500"/>
              <a:gd name="connsiteY3" fmla="*/ 114300 h 118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38500" h="118110">
                <a:moveTo>
                  <a:pt x="0" y="118110"/>
                </a:moveTo>
                <a:lnTo>
                  <a:pt x="118110" y="0"/>
                </a:lnTo>
                <a:lnTo>
                  <a:pt x="3124200" y="0"/>
                </a:lnTo>
                <a:lnTo>
                  <a:pt x="3238500" y="114300"/>
                </a:lnTo>
              </a:path>
            </a:pathLst>
          </a:custGeom>
          <a:noFill/>
          <a:ln w="9525">
            <a:solidFill>
              <a:schemeClr val="accent1">
                <a:alpha val="70000"/>
              </a:schemeClr>
            </a:solidFill>
            <a:headEnd type="oval" w="sm" len="sm"/>
            <a:tailEnd type="oval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Inter" panose="02000503000000020004" charset="0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317818" y="176530"/>
            <a:ext cx="11556365" cy="135890"/>
            <a:chOff x="625" y="278"/>
            <a:chExt cx="18199" cy="214"/>
          </a:xfrm>
        </p:grpSpPr>
        <p:sp>
          <p:nvSpPr>
            <p:cNvPr id="24" name="任意多边形: 形状 21"/>
            <p:cNvSpPr/>
            <p:nvPr>
              <p:custDataLst>
                <p:tags r:id="rId8"/>
              </p:custDataLst>
            </p:nvPr>
          </p:nvSpPr>
          <p:spPr>
            <a:xfrm flipV="1">
              <a:off x="7028" y="278"/>
              <a:ext cx="5889" cy="215"/>
            </a:xfrm>
            <a:custGeom>
              <a:avLst/>
              <a:gdLst>
                <a:gd name="connsiteX0" fmla="*/ 0 w 3238500"/>
                <a:gd name="connsiteY0" fmla="*/ 118110 h 118110"/>
                <a:gd name="connsiteX1" fmla="*/ 118110 w 3238500"/>
                <a:gd name="connsiteY1" fmla="*/ 0 h 118110"/>
                <a:gd name="connsiteX2" fmla="*/ 3124200 w 3238500"/>
                <a:gd name="connsiteY2" fmla="*/ 0 h 118110"/>
                <a:gd name="connsiteX3" fmla="*/ 3238500 w 3238500"/>
                <a:gd name="connsiteY3" fmla="*/ 114300 h 1181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38500" h="118110">
                  <a:moveTo>
                    <a:pt x="0" y="118110"/>
                  </a:moveTo>
                  <a:lnTo>
                    <a:pt x="118110" y="0"/>
                  </a:lnTo>
                  <a:lnTo>
                    <a:pt x="3124200" y="0"/>
                  </a:lnTo>
                  <a:lnTo>
                    <a:pt x="3238500" y="114300"/>
                  </a:lnTo>
                </a:path>
              </a:pathLst>
            </a:custGeom>
            <a:noFill/>
            <a:ln w="9525">
              <a:solidFill>
                <a:schemeClr val="accent1"/>
              </a:solidFill>
              <a:headEnd type="oval" w="sm" len="sm"/>
              <a:tailEnd type="oval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cs typeface="Inter" panose="02000503000000020004" charset="0"/>
              </a:endParaRPr>
            </a:p>
          </p:txBody>
        </p:sp>
        <p:cxnSp>
          <p:nvCxnSpPr>
            <p:cNvPr id="9" name="直接连接符 8"/>
            <p:cNvCxnSpPr/>
            <p:nvPr>
              <p:custDataLst>
                <p:tags r:id="rId9"/>
              </p:custDataLst>
            </p:nvPr>
          </p:nvCxnSpPr>
          <p:spPr>
            <a:xfrm flipH="1" flipV="1">
              <a:off x="625" y="278"/>
              <a:ext cx="6402" cy="4"/>
            </a:xfrm>
            <a:prstGeom prst="line">
              <a:avLst/>
            </a:prstGeom>
            <a:ln>
              <a:gradFill>
                <a:gsLst>
                  <a:gs pos="0">
                    <a:srgbClr val="4675FC"/>
                  </a:gs>
                  <a:gs pos="49000">
                    <a:srgbClr val="4675FC">
                      <a:alpha val="0"/>
                    </a:srgb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>
              <p:custDataLst>
                <p:tags r:id="rId10"/>
              </p:custDataLst>
            </p:nvPr>
          </p:nvCxnSpPr>
          <p:spPr>
            <a:xfrm flipH="1" flipV="1">
              <a:off x="12954" y="278"/>
              <a:ext cx="5871" cy="68"/>
            </a:xfrm>
            <a:prstGeom prst="line">
              <a:avLst/>
            </a:prstGeom>
            <a:ln>
              <a:gradFill>
                <a:gsLst>
                  <a:gs pos="39000">
                    <a:srgbClr val="4675FC">
                      <a:alpha val="0"/>
                    </a:srgbClr>
                  </a:gs>
                  <a:gs pos="55000">
                    <a:srgbClr val="4675FC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矩形 28"/>
          <p:cNvSpPr/>
          <p:nvPr>
            <p:custDataLst>
              <p:tags r:id="rId11"/>
            </p:custDataLst>
          </p:nvPr>
        </p:nvSpPr>
        <p:spPr>
          <a:xfrm>
            <a:off x="760730" y="5462270"/>
            <a:ext cx="187960" cy="4394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Inter" panose="02000503000000020004" charset="0"/>
            </a:endParaRPr>
          </a:p>
        </p:txBody>
      </p:sp>
      <p:grpSp>
        <p:nvGrpSpPr>
          <p:cNvPr id="31" name="组合 30"/>
          <p:cNvGrpSpPr/>
          <p:nvPr/>
        </p:nvGrpSpPr>
        <p:grpSpPr>
          <a:xfrm rot="10800000">
            <a:off x="317818" y="6526530"/>
            <a:ext cx="11556365" cy="135890"/>
            <a:chOff x="625" y="278"/>
            <a:chExt cx="18199" cy="214"/>
          </a:xfrm>
        </p:grpSpPr>
        <p:sp>
          <p:nvSpPr>
            <p:cNvPr id="32" name="任意多边形: 形状 21"/>
            <p:cNvSpPr/>
            <p:nvPr>
              <p:custDataLst>
                <p:tags r:id="rId12"/>
              </p:custDataLst>
            </p:nvPr>
          </p:nvSpPr>
          <p:spPr>
            <a:xfrm flipV="1">
              <a:off x="7028" y="278"/>
              <a:ext cx="5889" cy="215"/>
            </a:xfrm>
            <a:custGeom>
              <a:avLst/>
              <a:gdLst>
                <a:gd name="connsiteX0" fmla="*/ 0 w 3238500"/>
                <a:gd name="connsiteY0" fmla="*/ 118110 h 118110"/>
                <a:gd name="connsiteX1" fmla="*/ 118110 w 3238500"/>
                <a:gd name="connsiteY1" fmla="*/ 0 h 118110"/>
                <a:gd name="connsiteX2" fmla="*/ 3124200 w 3238500"/>
                <a:gd name="connsiteY2" fmla="*/ 0 h 118110"/>
                <a:gd name="connsiteX3" fmla="*/ 3238500 w 3238500"/>
                <a:gd name="connsiteY3" fmla="*/ 114300 h 1181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38500" h="118110">
                  <a:moveTo>
                    <a:pt x="0" y="118110"/>
                  </a:moveTo>
                  <a:lnTo>
                    <a:pt x="118110" y="0"/>
                  </a:lnTo>
                  <a:lnTo>
                    <a:pt x="3124200" y="0"/>
                  </a:lnTo>
                  <a:lnTo>
                    <a:pt x="3238500" y="114300"/>
                  </a:lnTo>
                </a:path>
              </a:pathLst>
            </a:custGeom>
            <a:noFill/>
            <a:ln w="9525">
              <a:solidFill>
                <a:schemeClr val="accent1"/>
              </a:solidFill>
              <a:headEnd type="oval" w="sm" len="sm"/>
              <a:tailEnd type="oval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cs typeface="Inter" panose="02000503000000020004" charset="0"/>
              </a:endParaRPr>
            </a:p>
          </p:txBody>
        </p:sp>
        <p:cxnSp>
          <p:nvCxnSpPr>
            <p:cNvPr id="34" name="直接连接符 33"/>
            <p:cNvCxnSpPr/>
            <p:nvPr>
              <p:custDataLst>
                <p:tags r:id="rId13"/>
              </p:custDataLst>
            </p:nvPr>
          </p:nvCxnSpPr>
          <p:spPr>
            <a:xfrm flipH="1" flipV="1">
              <a:off x="625" y="278"/>
              <a:ext cx="6402" cy="4"/>
            </a:xfrm>
            <a:prstGeom prst="line">
              <a:avLst/>
            </a:prstGeom>
            <a:ln>
              <a:gradFill>
                <a:gsLst>
                  <a:gs pos="0">
                    <a:srgbClr val="4675FC"/>
                  </a:gs>
                  <a:gs pos="49000">
                    <a:srgbClr val="4675FC">
                      <a:alpha val="0"/>
                    </a:srgb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>
              <p:custDataLst>
                <p:tags r:id="rId14"/>
              </p:custDataLst>
            </p:nvPr>
          </p:nvCxnSpPr>
          <p:spPr>
            <a:xfrm flipH="1" flipV="1">
              <a:off x="12954" y="278"/>
              <a:ext cx="5871" cy="68"/>
            </a:xfrm>
            <a:prstGeom prst="line">
              <a:avLst/>
            </a:prstGeom>
            <a:ln>
              <a:gradFill>
                <a:gsLst>
                  <a:gs pos="39000">
                    <a:srgbClr val="4675FC">
                      <a:alpha val="0"/>
                    </a:srgbClr>
                  </a:gs>
                  <a:gs pos="55000">
                    <a:srgbClr val="4675FC"/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任意多边形: 形状 21"/>
          <p:cNvSpPr/>
          <p:nvPr>
            <p:custDataLst>
              <p:tags r:id="rId15"/>
            </p:custDataLst>
          </p:nvPr>
        </p:nvSpPr>
        <p:spPr>
          <a:xfrm rot="5400000" flipH="1" flipV="1">
            <a:off x="9685655" y="3370898"/>
            <a:ext cx="4707890" cy="116205"/>
          </a:xfrm>
          <a:custGeom>
            <a:avLst/>
            <a:gdLst>
              <a:gd name="connsiteX0" fmla="*/ 0 w 3238500"/>
              <a:gd name="connsiteY0" fmla="*/ 118110 h 118110"/>
              <a:gd name="connsiteX1" fmla="*/ 118110 w 3238500"/>
              <a:gd name="connsiteY1" fmla="*/ 0 h 118110"/>
              <a:gd name="connsiteX2" fmla="*/ 3124200 w 3238500"/>
              <a:gd name="connsiteY2" fmla="*/ 0 h 118110"/>
              <a:gd name="connsiteX3" fmla="*/ 3238500 w 3238500"/>
              <a:gd name="connsiteY3" fmla="*/ 114300 h 118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38500" h="118110">
                <a:moveTo>
                  <a:pt x="0" y="118110"/>
                </a:moveTo>
                <a:lnTo>
                  <a:pt x="118110" y="0"/>
                </a:lnTo>
                <a:lnTo>
                  <a:pt x="3124200" y="0"/>
                </a:lnTo>
                <a:lnTo>
                  <a:pt x="3238500" y="114300"/>
                </a:lnTo>
              </a:path>
            </a:pathLst>
          </a:custGeom>
          <a:noFill/>
          <a:ln w="9525">
            <a:solidFill>
              <a:schemeClr val="accent1">
                <a:alpha val="70000"/>
              </a:schemeClr>
            </a:solidFill>
            <a:headEnd type="oval" w="sm" len="sm"/>
            <a:tailEnd type="oval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46" name="矩形 45"/>
          <p:cNvSpPr/>
          <p:nvPr>
            <p:custDataLst>
              <p:tags r:id="rId16"/>
            </p:custDataLst>
          </p:nvPr>
        </p:nvSpPr>
        <p:spPr>
          <a:xfrm>
            <a:off x="890905" y="5485765"/>
            <a:ext cx="187960" cy="19939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47" name="矩形 46"/>
          <p:cNvSpPr/>
          <p:nvPr>
            <p:custDataLst>
              <p:tags r:id="rId17"/>
            </p:custDataLst>
          </p:nvPr>
        </p:nvSpPr>
        <p:spPr>
          <a:xfrm>
            <a:off x="11586845" y="5439410"/>
            <a:ext cx="76200" cy="4394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48" name="矩形 47"/>
          <p:cNvSpPr/>
          <p:nvPr>
            <p:custDataLst>
              <p:tags r:id="rId18"/>
            </p:custDataLst>
          </p:nvPr>
        </p:nvSpPr>
        <p:spPr>
          <a:xfrm flipH="1">
            <a:off x="11461750" y="5718175"/>
            <a:ext cx="150495" cy="16065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49" name="矩形 48"/>
          <p:cNvSpPr/>
          <p:nvPr>
            <p:custDataLst>
              <p:tags r:id="rId19"/>
            </p:custDataLst>
          </p:nvPr>
        </p:nvSpPr>
        <p:spPr>
          <a:xfrm flipH="1">
            <a:off x="11430635" y="5520690"/>
            <a:ext cx="85725" cy="9144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Inter" panose="02000503000000020004" charset="0"/>
            </a:endParaRPr>
          </a:p>
        </p:txBody>
      </p:sp>
      <p:pic>
        <p:nvPicPr>
          <p:cNvPr id="6" name="Imagem 5"/>
          <p:cNvPicPr/>
          <p:nvPr/>
        </p:nvPicPr>
        <p:blipFill>
          <a:blip r:embed="rId20"/>
          <a:stretch>
            <a:fillRect/>
          </a:stretch>
        </p:blipFill>
        <p:spPr>
          <a:xfrm>
            <a:off x="9972675" y="760095"/>
            <a:ext cx="1614170" cy="932815"/>
          </a:xfrm>
          <a:prstGeom prst="rect">
            <a:avLst/>
          </a:prstGeom>
        </p:spPr>
      </p:pic>
      <p:sp>
        <p:nvSpPr>
          <p:cNvPr id="8" name="文本框 19"/>
          <p:cNvSpPr txBox="1"/>
          <p:nvPr>
            <p:custDataLst>
              <p:tags r:id="rId21"/>
            </p:custDataLst>
          </p:nvPr>
        </p:nvSpPr>
        <p:spPr>
          <a:xfrm>
            <a:off x="889635" y="4790440"/>
            <a:ext cx="322199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pt-PT" altLang="zh-CN" sz="1400">
                <a:ln>
                  <a:noFill/>
                </a:ln>
                <a:solidFill>
                  <a:schemeClr val="bg1"/>
                </a:solidFill>
                <a:effectLst/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</a:rPr>
              <a:t>Jorge Silva</a:t>
            </a:r>
            <a:endParaRPr lang="pt-PT" altLang="zh-CN" sz="1400">
              <a:ln>
                <a:noFill/>
              </a:ln>
              <a:solidFill>
                <a:schemeClr val="bg1"/>
              </a:solidFill>
              <a:effectLst/>
              <a:latin typeface="Inter Black" panose="02000503000000020004" charset="0"/>
              <a:ea typeface="Inter Black" panose="02000503000000020004" charset="0"/>
              <a:cs typeface="Inter Black" panose="02000503000000020004" charset="0"/>
            </a:endParaRPr>
          </a:p>
          <a:p>
            <a:pPr algn="ctr"/>
            <a:r>
              <a:rPr lang="pt-PT" altLang="zh-CN" sz="1400">
                <a:ln>
                  <a:noFill/>
                </a:ln>
                <a:solidFill>
                  <a:schemeClr val="bg1"/>
                </a:solidFill>
                <a:effectLst/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</a:rPr>
              <a:t>2025138441</a:t>
            </a:r>
            <a:endParaRPr lang="pt-PT" altLang="zh-CN" sz="1400">
              <a:ln>
                <a:noFill/>
              </a:ln>
              <a:solidFill>
                <a:schemeClr val="bg1"/>
              </a:solidFill>
              <a:effectLst/>
              <a:latin typeface="Inter Black" panose="02000503000000020004" charset="0"/>
              <a:ea typeface="Inter Black" panose="02000503000000020004" charset="0"/>
              <a:cs typeface="Inter Black" panose="02000503000000020004" charset="0"/>
            </a:endParaRPr>
          </a:p>
        </p:txBody>
      </p:sp>
      <p:sp>
        <p:nvSpPr>
          <p:cNvPr id="15" name="任意多边形: 形状 158"/>
          <p:cNvSpPr/>
          <p:nvPr/>
        </p:nvSpPr>
        <p:spPr>
          <a:xfrm>
            <a:off x="1362075" y="4794885"/>
            <a:ext cx="2276475" cy="527685"/>
          </a:xfrm>
          <a:custGeom>
            <a:avLst/>
            <a:gdLst>
              <a:gd name="connsiteX0" fmla="*/ 0 w 2880000"/>
              <a:gd name="connsiteY0" fmla="*/ 0 h 3600000"/>
              <a:gd name="connsiteX1" fmla="*/ 882815 w 2880000"/>
              <a:gd name="connsiteY1" fmla="*/ 0 h 3600000"/>
              <a:gd name="connsiteX2" fmla="*/ 942863 w 2880000"/>
              <a:gd name="connsiteY2" fmla="*/ 60048 h 3600000"/>
              <a:gd name="connsiteX3" fmla="*/ 1902766 w 2880000"/>
              <a:gd name="connsiteY3" fmla="*/ 60048 h 3600000"/>
              <a:gd name="connsiteX4" fmla="*/ 1962813 w 2880000"/>
              <a:gd name="connsiteY4" fmla="*/ 0 h 3600000"/>
              <a:gd name="connsiteX5" fmla="*/ 2880000 w 2880000"/>
              <a:gd name="connsiteY5" fmla="*/ 0 h 3600000"/>
              <a:gd name="connsiteX6" fmla="*/ 2880000 w 2880000"/>
              <a:gd name="connsiteY6" fmla="*/ 3600000 h 3600000"/>
              <a:gd name="connsiteX7" fmla="*/ 1957099 w 2880000"/>
              <a:gd name="connsiteY7" fmla="*/ 3600000 h 3600000"/>
              <a:gd name="connsiteX8" fmla="*/ 1902766 w 2880000"/>
              <a:gd name="connsiteY8" fmla="*/ 3545666 h 3600000"/>
              <a:gd name="connsiteX9" fmla="*/ 942863 w 2880000"/>
              <a:gd name="connsiteY9" fmla="*/ 3545666 h 3600000"/>
              <a:gd name="connsiteX10" fmla="*/ 888529 w 2880000"/>
              <a:gd name="connsiteY10" fmla="*/ 3600000 h 3600000"/>
              <a:gd name="connsiteX11" fmla="*/ 0 w 2880000"/>
              <a:gd name="connsiteY11" fmla="*/ 360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880000" h="3600000">
                <a:moveTo>
                  <a:pt x="0" y="0"/>
                </a:moveTo>
                <a:lnTo>
                  <a:pt x="882815" y="0"/>
                </a:lnTo>
                <a:lnTo>
                  <a:pt x="942863" y="60048"/>
                </a:lnTo>
                <a:lnTo>
                  <a:pt x="1902766" y="60048"/>
                </a:lnTo>
                <a:lnTo>
                  <a:pt x="1962813" y="0"/>
                </a:lnTo>
                <a:lnTo>
                  <a:pt x="2880000" y="0"/>
                </a:lnTo>
                <a:lnTo>
                  <a:pt x="2880000" y="3600000"/>
                </a:lnTo>
                <a:lnTo>
                  <a:pt x="1957099" y="3600000"/>
                </a:lnTo>
                <a:lnTo>
                  <a:pt x="1902766" y="3545666"/>
                </a:lnTo>
                <a:lnTo>
                  <a:pt x="942863" y="3545666"/>
                </a:lnTo>
                <a:lnTo>
                  <a:pt x="888529" y="3600000"/>
                </a:lnTo>
                <a:lnTo>
                  <a:pt x="0" y="360000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75000">
                <a:schemeClr val="accent1">
                  <a:alpha val="0"/>
                </a:schemeClr>
              </a:gs>
              <a:gs pos="94000">
                <a:schemeClr val="accent1"/>
              </a:gs>
              <a:gs pos="25000">
                <a:schemeClr val="accent1">
                  <a:alpha val="0"/>
                </a:schemeClr>
              </a:gs>
            </a:gsLst>
            <a:lin ang="0" scaled="0"/>
          </a:gradFill>
          <a:ln w="19050">
            <a:gradFill>
              <a:gsLst>
                <a:gs pos="0">
                  <a:schemeClr val="accent6"/>
                </a:gs>
                <a:gs pos="100000">
                  <a:schemeClr val="accent1"/>
                </a:gs>
              </a:gsLst>
              <a:lin ang="27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 dirty="0">
              <a:cs typeface="Inter" panose="02000503000000020004" charset="0"/>
            </a:endParaRPr>
          </a:p>
        </p:txBody>
      </p:sp>
      <p:sp>
        <p:nvSpPr>
          <p:cNvPr id="17" name="文本框 19"/>
          <p:cNvSpPr txBox="1"/>
          <p:nvPr>
            <p:custDataLst>
              <p:tags r:id="rId22"/>
            </p:custDataLst>
          </p:nvPr>
        </p:nvSpPr>
        <p:spPr>
          <a:xfrm>
            <a:off x="4486275" y="4776470"/>
            <a:ext cx="322199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ctr">
              <a:buClrTx/>
              <a:buSzTx/>
              <a:buFontTx/>
            </a:pPr>
            <a:r>
              <a:rPr lang="pt-PT" altLang="zh-CN" sz="1400">
                <a:ln>
                  <a:noFill/>
                </a:ln>
                <a:solidFill>
                  <a:schemeClr val="bg1"/>
                </a:solidFill>
                <a:effectLst/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Pedro Moretti</a:t>
            </a:r>
            <a:endParaRPr lang="pt-PT" altLang="zh-CN" sz="1400">
              <a:ln>
                <a:noFill/>
              </a:ln>
              <a:solidFill>
                <a:schemeClr val="bg1"/>
              </a:solidFill>
              <a:effectLst/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pt-PT" altLang="zh-CN" sz="1400">
                <a:ln>
                  <a:noFill/>
                </a:ln>
                <a:solidFill>
                  <a:schemeClr val="bg1"/>
                </a:solidFill>
                <a:effectLst/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2025144504</a:t>
            </a:r>
            <a:endParaRPr lang="pt-PT" altLang="zh-CN" sz="1400">
              <a:ln>
                <a:noFill/>
              </a:ln>
              <a:solidFill>
                <a:schemeClr val="bg1"/>
              </a:solidFill>
              <a:effectLst/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+mn-ea"/>
            </a:endParaRPr>
          </a:p>
        </p:txBody>
      </p:sp>
      <p:sp>
        <p:nvSpPr>
          <p:cNvPr id="21" name="文本框 19"/>
          <p:cNvSpPr txBox="1"/>
          <p:nvPr>
            <p:custDataLst>
              <p:tags r:id="rId23"/>
            </p:custDataLst>
          </p:nvPr>
        </p:nvSpPr>
        <p:spPr>
          <a:xfrm>
            <a:off x="8082915" y="4794885"/>
            <a:ext cx="322199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ctr">
              <a:buClrTx/>
              <a:buSzTx/>
              <a:buFontTx/>
            </a:pPr>
            <a:r>
              <a:rPr lang="pt-PT" altLang="zh-CN" sz="1400">
                <a:ln>
                  <a:noFill/>
                </a:ln>
                <a:solidFill>
                  <a:schemeClr val="bg1"/>
                </a:solidFill>
                <a:effectLst/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Tiago Ramos</a:t>
            </a:r>
            <a:endParaRPr lang="pt-PT" altLang="zh-CN" sz="1400">
              <a:ln>
                <a:noFill/>
              </a:ln>
              <a:solidFill>
                <a:schemeClr val="bg1"/>
              </a:solidFill>
              <a:effectLst/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lang="pt-PT" altLang="zh-CN" sz="1400">
                <a:ln>
                  <a:noFill/>
                </a:ln>
                <a:solidFill>
                  <a:schemeClr val="bg1"/>
                </a:solidFill>
                <a:effectLst/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2025125414</a:t>
            </a:r>
            <a:endParaRPr lang="pt-PT" altLang="zh-CN" sz="1400">
              <a:ln>
                <a:noFill/>
              </a:ln>
              <a:solidFill>
                <a:schemeClr val="bg1"/>
              </a:solidFill>
              <a:effectLst/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+mn-ea"/>
            </a:endParaRPr>
          </a:p>
        </p:txBody>
      </p:sp>
      <p:sp>
        <p:nvSpPr>
          <p:cNvPr id="26" name="任意多边形: 形状 158"/>
          <p:cNvSpPr/>
          <p:nvPr/>
        </p:nvSpPr>
        <p:spPr>
          <a:xfrm>
            <a:off x="4959350" y="4784725"/>
            <a:ext cx="2276475" cy="527685"/>
          </a:xfrm>
          <a:custGeom>
            <a:avLst/>
            <a:gdLst>
              <a:gd name="connsiteX0" fmla="*/ 0 w 2880000"/>
              <a:gd name="connsiteY0" fmla="*/ 0 h 3600000"/>
              <a:gd name="connsiteX1" fmla="*/ 882815 w 2880000"/>
              <a:gd name="connsiteY1" fmla="*/ 0 h 3600000"/>
              <a:gd name="connsiteX2" fmla="*/ 942863 w 2880000"/>
              <a:gd name="connsiteY2" fmla="*/ 60048 h 3600000"/>
              <a:gd name="connsiteX3" fmla="*/ 1902766 w 2880000"/>
              <a:gd name="connsiteY3" fmla="*/ 60048 h 3600000"/>
              <a:gd name="connsiteX4" fmla="*/ 1962813 w 2880000"/>
              <a:gd name="connsiteY4" fmla="*/ 0 h 3600000"/>
              <a:gd name="connsiteX5" fmla="*/ 2880000 w 2880000"/>
              <a:gd name="connsiteY5" fmla="*/ 0 h 3600000"/>
              <a:gd name="connsiteX6" fmla="*/ 2880000 w 2880000"/>
              <a:gd name="connsiteY6" fmla="*/ 3600000 h 3600000"/>
              <a:gd name="connsiteX7" fmla="*/ 1957099 w 2880000"/>
              <a:gd name="connsiteY7" fmla="*/ 3600000 h 3600000"/>
              <a:gd name="connsiteX8" fmla="*/ 1902766 w 2880000"/>
              <a:gd name="connsiteY8" fmla="*/ 3545666 h 3600000"/>
              <a:gd name="connsiteX9" fmla="*/ 942863 w 2880000"/>
              <a:gd name="connsiteY9" fmla="*/ 3545666 h 3600000"/>
              <a:gd name="connsiteX10" fmla="*/ 888529 w 2880000"/>
              <a:gd name="connsiteY10" fmla="*/ 3600000 h 3600000"/>
              <a:gd name="connsiteX11" fmla="*/ 0 w 2880000"/>
              <a:gd name="connsiteY11" fmla="*/ 360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880000" h="3600000">
                <a:moveTo>
                  <a:pt x="0" y="0"/>
                </a:moveTo>
                <a:lnTo>
                  <a:pt x="882815" y="0"/>
                </a:lnTo>
                <a:lnTo>
                  <a:pt x="942863" y="60048"/>
                </a:lnTo>
                <a:lnTo>
                  <a:pt x="1902766" y="60048"/>
                </a:lnTo>
                <a:lnTo>
                  <a:pt x="1962813" y="0"/>
                </a:lnTo>
                <a:lnTo>
                  <a:pt x="2880000" y="0"/>
                </a:lnTo>
                <a:lnTo>
                  <a:pt x="2880000" y="3600000"/>
                </a:lnTo>
                <a:lnTo>
                  <a:pt x="1957099" y="3600000"/>
                </a:lnTo>
                <a:lnTo>
                  <a:pt x="1902766" y="3545666"/>
                </a:lnTo>
                <a:lnTo>
                  <a:pt x="942863" y="3545666"/>
                </a:lnTo>
                <a:lnTo>
                  <a:pt x="888529" y="3600000"/>
                </a:lnTo>
                <a:lnTo>
                  <a:pt x="0" y="360000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75000">
                <a:schemeClr val="accent1">
                  <a:alpha val="0"/>
                </a:schemeClr>
              </a:gs>
              <a:gs pos="94000">
                <a:schemeClr val="accent1"/>
              </a:gs>
              <a:gs pos="25000">
                <a:schemeClr val="accent1">
                  <a:alpha val="0"/>
                </a:schemeClr>
              </a:gs>
            </a:gsLst>
            <a:lin ang="0" scaled="0"/>
          </a:gradFill>
          <a:ln w="19050">
            <a:gradFill>
              <a:gsLst>
                <a:gs pos="0">
                  <a:schemeClr val="accent6"/>
                </a:gs>
                <a:gs pos="100000">
                  <a:schemeClr val="accent1"/>
                </a:gs>
              </a:gsLst>
              <a:lin ang="27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 dirty="0">
              <a:cs typeface="Inter" panose="02000503000000020004" charset="0"/>
            </a:endParaRPr>
          </a:p>
        </p:txBody>
      </p:sp>
      <p:sp>
        <p:nvSpPr>
          <p:cNvPr id="27" name="任意多边形: 形状 158"/>
          <p:cNvSpPr/>
          <p:nvPr/>
        </p:nvSpPr>
        <p:spPr>
          <a:xfrm>
            <a:off x="8555990" y="4794885"/>
            <a:ext cx="2276475" cy="527685"/>
          </a:xfrm>
          <a:custGeom>
            <a:avLst/>
            <a:gdLst>
              <a:gd name="connsiteX0" fmla="*/ 0 w 2880000"/>
              <a:gd name="connsiteY0" fmla="*/ 0 h 3600000"/>
              <a:gd name="connsiteX1" fmla="*/ 882815 w 2880000"/>
              <a:gd name="connsiteY1" fmla="*/ 0 h 3600000"/>
              <a:gd name="connsiteX2" fmla="*/ 942863 w 2880000"/>
              <a:gd name="connsiteY2" fmla="*/ 60048 h 3600000"/>
              <a:gd name="connsiteX3" fmla="*/ 1902766 w 2880000"/>
              <a:gd name="connsiteY3" fmla="*/ 60048 h 3600000"/>
              <a:gd name="connsiteX4" fmla="*/ 1962813 w 2880000"/>
              <a:gd name="connsiteY4" fmla="*/ 0 h 3600000"/>
              <a:gd name="connsiteX5" fmla="*/ 2880000 w 2880000"/>
              <a:gd name="connsiteY5" fmla="*/ 0 h 3600000"/>
              <a:gd name="connsiteX6" fmla="*/ 2880000 w 2880000"/>
              <a:gd name="connsiteY6" fmla="*/ 3600000 h 3600000"/>
              <a:gd name="connsiteX7" fmla="*/ 1957099 w 2880000"/>
              <a:gd name="connsiteY7" fmla="*/ 3600000 h 3600000"/>
              <a:gd name="connsiteX8" fmla="*/ 1902766 w 2880000"/>
              <a:gd name="connsiteY8" fmla="*/ 3545666 h 3600000"/>
              <a:gd name="connsiteX9" fmla="*/ 942863 w 2880000"/>
              <a:gd name="connsiteY9" fmla="*/ 3545666 h 3600000"/>
              <a:gd name="connsiteX10" fmla="*/ 888529 w 2880000"/>
              <a:gd name="connsiteY10" fmla="*/ 3600000 h 3600000"/>
              <a:gd name="connsiteX11" fmla="*/ 0 w 2880000"/>
              <a:gd name="connsiteY11" fmla="*/ 360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880000" h="3600000">
                <a:moveTo>
                  <a:pt x="0" y="0"/>
                </a:moveTo>
                <a:lnTo>
                  <a:pt x="882815" y="0"/>
                </a:lnTo>
                <a:lnTo>
                  <a:pt x="942863" y="60048"/>
                </a:lnTo>
                <a:lnTo>
                  <a:pt x="1902766" y="60048"/>
                </a:lnTo>
                <a:lnTo>
                  <a:pt x="1962813" y="0"/>
                </a:lnTo>
                <a:lnTo>
                  <a:pt x="2880000" y="0"/>
                </a:lnTo>
                <a:lnTo>
                  <a:pt x="2880000" y="3600000"/>
                </a:lnTo>
                <a:lnTo>
                  <a:pt x="1957099" y="3600000"/>
                </a:lnTo>
                <a:lnTo>
                  <a:pt x="1902766" y="3545666"/>
                </a:lnTo>
                <a:lnTo>
                  <a:pt x="942863" y="3545666"/>
                </a:lnTo>
                <a:lnTo>
                  <a:pt x="888529" y="3600000"/>
                </a:lnTo>
                <a:lnTo>
                  <a:pt x="0" y="360000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75000">
                <a:schemeClr val="accent1">
                  <a:alpha val="0"/>
                </a:schemeClr>
              </a:gs>
              <a:gs pos="94000">
                <a:schemeClr val="accent1"/>
              </a:gs>
              <a:gs pos="25000">
                <a:schemeClr val="accent1">
                  <a:alpha val="0"/>
                </a:schemeClr>
              </a:gs>
            </a:gsLst>
            <a:lin ang="0" scaled="0"/>
          </a:gradFill>
          <a:ln w="19050">
            <a:gradFill>
              <a:gsLst>
                <a:gs pos="0">
                  <a:schemeClr val="accent6"/>
                </a:gs>
                <a:gs pos="100000">
                  <a:schemeClr val="accent1"/>
                </a:gs>
              </a:gsLst>
              <a:lin ang="27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 dirty="0">
              <a:cs typeface="Inter" panose="02000503000000020004" charset="0"/>
            </a:endParaRPr>
          </a:p>
        </p:txBody>
      </p:sp>
      <p:sp>
        <p:nvSpPr>
          <p:cNvPr id="28" name="任意多边形: 形状 158"/>
          <p:cNvSpPr/>
          <p:nvPr/>
        </p:nvSpPr>
        <p:spPr>
          <a:xfrm>
            <a:off x="4187825" y="5817870"/>
            <a:ext cx="3758565" cy="428625"/>
          </a:xfrm>
          <a:custGeom>
            <a:avLst/>
            <a:gdLst>
              <a:gd name="connsiteX0" fmla="*/ 0 w 2880000"/>
              <a:gd name="connsiteY0" fmla="*/ 0 h 3600000"/>
              <a:gd name="connsiteX1" fmla="*/ 882815 w 2880000"/>
              <a:gd name="connsiteY1" fmla="*/ 0 h 3600000"/>
              <a:gd name="connsiteX2" fmla="*/ 942863 w 2880000"/>
              <a:gd name="connsiteY2" fmla="*/ 60048 h 3600000"/>
              <a:gd name="connsiteX3" fmla="*/ 1902766 w 2880000"/>
              <a:gd name="connsiteY3" fmla="*/ 60048 h 3600000"/>
              <a:gd name="connsiteX4" fmla="*/ 1962813 w 2880000"/>
              <a:gd name="connsiteY4" fmla="*/ 0 h 3600000"/>
              <a:gd name="connsiteX5" fmla="*/ 2880000 w 2880000"/>
              <a:gd name="connsiteY5" fmla="*/ 0 h 3600000"/>
              <a:gd name="connsiteX6" fmla="*/ 2880000 w 2880000"/>
              <a:gd name="connsiteY6" fmla="*/ 3600000 h 3600000"/>
              <a:gd name="connsiteX7" fmla="*/ 1957099 w 2880000"/>
              <a:gd name="connsiteY7" fmla="*/ 3600000 h 3600000"/>
              <a:gd name="connsiteX8" fmla="*/ 1902766 w 2880000"/>
              <a:gd name="connsiteY8" fmla="*/ 3545666 h 3600000"/>
              <a:gd name="connsiteX9" fmla="*/ 942863 w 2880000"/>
              <a:gd name="connsiteY9" fmla="*/ 3545666 h 3600000"/>
              <a:gd name="connsiteX10" fmla="*/ 888529 w 2880000"/>
              <a:gd name="connsiteY10" fmla="*/ 3600000 h 3600000"/>
              <a:gd name="connsiteX11" fmla="*/ 0 w 2880000"/>
              <a:gd name="connsiteY11" fmla="*/ 3600000 h 36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880000" h="3600000">
                <a:moveTo>
                  <a:pt x="0" y="0"/>
                </a:moveTo>
                <a:lnTo>
                  <a:pt x="882815" y="0"/>
                </a:lnTo>
                <a:lnTo>
                  <a:pt x="942863" y="60048"/>
                </a:lnTo>
                <a:lnTo>
                  <a:pt x="1902766" y="60048"/>
                </a:lnTo>
                <a:lnTo>
                  <a:pt x="1962813" y="0"/>
                </a:lnTo>
                <a:lnTo>
                  <a:pt x="2880000" y="0"/>
                </a:lnTo>
                <a:lnTo>
                  <a:pt x="2880000" y="3600000"/>
                </a:lnTo>
                <a:lnTo>
                  <a:pt x="1957099" y="3600000"/>
                </a:lnTo>
                <a:lnTo>
                  <a:pt x="1902766" y="3545666"/>
                </a:lnTo>
                <a:lnTo>
                  <a:pt x="942863" y="3545666"/>
                </a:lnTo>
                <a:lnTo>
                  <a:pt x="888529" y="3600000"/>
                </a:lnTo>
                <a:lnTo>
                  <a:pt x="0" y="360000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75000">
                <a:schemeClr val="accent1">
                  <a:alpha val="0"/>
                </a:schemeClr>
              </a:gs>
              <a:gs pos="94000">
                <a:schemeClr val="accent1"/>
              </a:gs>
              <a:gs pos="25000">
                <a:schemeClr val="accent1">
                  <a:alpha val="0"/>
                </a:schemeClr>
              </a:gs>
            </a:gsLst>
            <a:lin ang="0" scaled="0"/>
          </a:gradFill>
          <a:ln w="19050">
            <a:gradFill>
              <a:gsLst>
                <a:gs pos="0">
                  <a:schemeClr val="accent6"/>
                </a:gs>
                <a:gs pos="100000">
                  <a:schemeClr val="accent1"/>
                </a:gs>
              </a:gsLst>
              <a:lin ang="27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 dirty="0">
              <a:cs typeface="Inter" panose="02000503000000020004" charset="0"/>
            </a:endParaRPr>
          </a:p>
        </p:txBody>
      </p:sp>
      <p:sp>
        <p:nvSpPr>
          <p:cNvPr id="33" name="Caixa de Texto 32"/>
          <p:cNvSpPr txBox="1"/>
          <p:nvPr/>
        </p:nvSpPr>
        <p:spPr>
          <a:xfrm>
            <a:off x="4112260" y="5822315"/>
            <a:ext cx="403415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ctr">
              <a:buClrTx/>
              <a:buSzTx/>
              <a:buFontTx/>
            </a:pPr>
            <a:r>
              <a:rPr lang="pt-PT" altLang="zh-CN" sz="2000">
                <a:ln>
                  <a:noFill/>
                </a:ln>
                <a:solidFill>
                  <a:schemeClr val="bg1"/>
                </a:solidFill>
                <a:effectLst/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David Sanguinetti </a:t>
            </a:r>
            <a:endParaRPr lang="pt-PT" altLang="zh-CN" sz="2000">
              <a:ln>
                <a:noFill/>
              </a:ln>
              <a:solidFill>
                <a:schemeClr val="bg1"/>
              </a:solidFill>
              <a:effectLst/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+mn-ea"/>
            </a:endParaRPr>
          </a:p>
        </p:txBody>
      </p:sp>
      <p:pic>
        <p:nvPicPr>
          <p:cNvPr id="45" name="图片 27" descr="343439383331313b343532303032383bbfcdbba7b9dcc0ed"/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2270125" y="4434840"/>
            <a:ext cx="360045" cy="360045"/>
          </a:xfrm>
          <a:prstGeom prst="rect">
            <a:avLst/>
          </a:prstGeom>
        </p:spPr>
      </p:pic>
      <p:pic>
        <p:nvPicPr>
          <p:cNvPr id="50" name="图片 27" descr="343439383331313b343532303032383bbfcdbba7b9dcc0ed"/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5916930" y="4434840"/>
            <a:ext cx="360045" cy="360045"/>
          </a:xfrm>
          <a:prstGeom prst="rect">
            <a:avLst/>
          </a:prstGeom>
        </p:spPr>
      </p:pic>
      <p:pic>
        <p:nvPicPr>
          <p:cNvPr id="51" name="图片 27" descr="343439383331313b343532303032383bbfcdbba7b9dcc0ed"/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9565005" y="4434840"/>
            <a:ext cx="360045" cy="360045"/>
          </a:xfrm>
          <a:prstGeom prst="rect">
            <a:avLst/>
          </a:prstGeom>
        </p:spPr>
      </p:pic>
      <p:sp>
        <p:nvSpPr>
          <p:cNvPr id="53" name="任意多边形: 形状 14"/>
          <p:cNvSpPr/>
          <p:nvPr>
            <p:custDataLst>
              <p:tags r:id="rId26"/>
            </p:custDataLst>
          </p:nvPr>
        </p:nvSpPr>
        <p:spPr>
          <a:xfrm>
            <a:off x="2378151" y="2933301"/>
            <a:ext cx="7438409" cy="110315"/>
          </a:xfrm>
          <a:custGeom>
            <a:avLst/>
            <a:gdLst>
              <a:gd name="connsiteX0" fmla="*/ 0 w 10926501"/>
              <a:gd name="connsiteY0" fmla="*/ 0 h 162045"/>
              <a:gd name="connsiteX1" fmla="*/ 3761772 w 10926501"/>
              <a:gd name="connsiteY1" fmla="*/ 0 h 162045"/>
              <a:gd name="connsiteX2" fmla="*/ 3923817 w 10926501"/>
              <a:gd name="connsiteY2" fmla="*/ 162045 h 162045"/>
              <a:gd name="connsiteX3" fmla="*/ 6979534 w 10926501"/>
              <a:gd name="connsiteY3" fmla="*/ 162045 h 162045"/>
              <a:gd name="connsiteX4" fmla="*/ 7141579 w 10926501"/>
              <a:gd name="connsiteY4" fmla="*/ 0 h 162045"/>
              <a:gd name="connsiteX5" fmla="*/ 10926501 w 10926501"/>
              <a:gd name="connsiteY5" fmla="*/ 0 h 162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26501" h="162045">
                <a:moveTo>
                  <a:pt x="0" y="0"/>
                </a:moveTo>
                <a:lnTo>
                  <a:pt x="3761772" y="0"/>
                </a:lnTo>
                <a:lnTo>
                  <a:pt x="3923817" y="162045"/>
                </a:lnTo>
                <a:lnTo>
                  <a:pt x="6979534" y="162045"/>
                </a:lnTo>
                <a:lnTo>
                  <a:pt x="7141579" y="0"/>
                </a:lnTo>
                <a:lnTo>
                  <a:pt x="10926501" y="0"/>
                </a:lnTo>
              </a:path>
            </a:pathLst>
          </a:custGeom>
          <a:noFill/>
          <a:ln w="38100">
            <a:gradFill>
              <a:gsLst>
                <a:gs pos="2000">
                  <a:schemeClr val="accent1">
                    <a:alpha val="0"/>
                  </a:schemeClr>
                </a:gs>
                <a:gs pos="5000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Inter" panose="02000503000000020004" charset="0"/>
            </a:endParaRPr>
          </a:p>
        </p:txBody>
      </p:sp>
      <p:pic>
        <p:nvPicPr>
          <p:cNvPr id="54" name="Imagem 53" descr="Logo ipw"/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4045585" y="-482600"/>
            <a:ext cx="5707380" cy="8075295"/>
          </a:xfrm>
          <a:prstGeom prst="rect">
            <a:avLst/>
          </a:prstGeom>
        </p:spPr>
      </p:pic>
    </p:spTree>
    <p:custDataLst>
      <p:tags r:id="rId29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平行四边形 40"/>
          <p:cNvSpPr/>
          <p:nvPr>
            <p:custDataLst>
              <p:tags r:id="rId1"/>
            </p:custDataLst>
          </p:nvPr>
        </p:nvSpPr>
        <p:spPr>
          <a:xfrm rot="10800000" flipH="1">
            <a:off x="378460" y="1261745"/>
            <a:ext cx="11434445" cy="4855210"/>
          </a:xfrm>
          <a:prstGeom prst="parallelogram">
            <a:avLst>
              <a:gd name="adj" fmla="val 0"/>
            </a:avLst>
          </a:prstGeom>
          <a:solidFill>
            <a:schemeClr val="accent3">
              <a:alpha val="10000"/>
            </a:schemeClr>
          </a:solidFill>
          <a:ln w="41275">
            <a:gradFill>
              <a:gsLst>
                <a:gs pos="2000">
                  <a:schemeClr val="accent1">
                    <a:alpha val="0"/>
                  </a:schemeClr>
                </a:gs>
                <a:gs pos="5000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pt-PT" altLang="zh-CN">
              <a:solidFill>
                <a:schemeClr val="lt1"/>
              </a:solidFill>
              <a:cs typeface="Inter" panose="02000503000000020004" charset="0"/>
            </a:endParaRPr>
          </a:p>
        </p:txBody>
      </p:sp>
      <p:pic>
        <p:nvPicPr>
          <p:cNvPr id="46" name="图片 45" descr="VCG211280058674"/>
          <p:cNvPicPr>
            <a:picLocks noChangeAspect="1"/>
          </p:cNvPicPr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 rot="10800000">
            <a:off x="0" y="0"/>
            <a:ext cx="12192635" cy="6858000"/>
          </a:xfrm>
          <a:prstGeom prst="rect">
            <a:avLst/>
          </a:prstGeom>
        </p:spPr>
      </p:pic>
      <p:sp>
        <p:nvSpPr>
          <p:cNvPr id="3" name="任意多边形: 形状 14"/>
          <p:cNvSpPr/>
          <p:nvPr>
            <p:custDataLst>
              <p:tags r:id="rId3"/>
            </p:custDataLst>
          </p:nvPr>
        </p:nvSpPr>
        <p:spPr>
          <a:xfrm>
            <a:off x="2376796" y="1261981"/>
            <a:ext cx="7438409" cy="110315"/>
          </a:xfrm>
          <a:custGeom>
            <a:avLst/>
            <a:gdLst>
              <a:gd name="connsiteX0" fmla="*/ 0 w 10926501"/>
              <a:gd name="connsiteY0" fmla="*/ 0 h 162045"/>
              <a:gd name="connsiteX1" fmla="*/ 3761772 w 10926501"/>
              <a:gd name="connsiteY1" fmla="*/ 0 h 162045"/>
              <a:gd name="connsiteX2" fmla="*/ 3923817 w 10926501"/>
              <a:gd name="connsiteY2" fmla="*/ 162045 h 162045"/>
              <a:gd name="connsiteX3" fmla="*/ 6979534 w 10926501"/>
              <a:gd name="connsiteY3" fmla="*/ 162045 h 162045"/>
              <a:gd name="connsiteX4" fmla="*/ 7141579 w 10926501"/>
              <a:gd name="connsiteY4" fmla="*/ 0 h 162045"/>
              <a:gd name="connsiteX5" fmla="*/ 10926501 w 10926501"/>
              <a:gd name="connsiteY5" fmla="*/ 0 h 162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26501" h="162045">
                <a:moveTo>
                  <a:pt x="0" y="0"/>
                </a:moveTo>
                <a:lnTo>
                  <a:pt x="3761772" y="0"/>
                </a:lnTo>
                <a:lnTo>
                  <a:pt x="3923817" y="162045"/>
                </a:lnTo>
                <a:lnTo>
                  <a:pt x="6979534" y="162045"/>
                </a:lnTo>
                <a:lnTo>
                  <a:pt x="7141579" y="0"/>
                </a:lnTo>
                <a:lnTo>
                  <a:pt x="10926501" y="0"/>
                </a:lnTo>
              </a:path>
            </a:pathLst>
          </a:custGeom>
          <a:noFill/>
          <a:ln w="19050">
            <a:gradFill>
              <a:gsLst>
                <a:gs pos="0">
                  <a:schemeClr val="accent6">
                    <a:alpha val="0"/>
                  </a:schemeClr>
                </a:gs>
                <a:gs pos="50000">
                  <a:schemeClr val="accent6"/>
                </a:gs>
                <a:gs pos="100000">
                  <a:schemeClr val="accent6">
                    <a:alpha val="0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Inter" panose="02000503000000020004" charset="0"/>
            </a:endParaRPr>
          </a:p>
        </p:txBody>
      </p:sp>
      <p:grpSp>
        <p:nvGrpSpPr>
          <p:cNvPr id="5" name="组合 4"/>
          <p:cNvGrpSpPr/>
          <p:nvPr>
            <p:custDataLst>
              <p:tags r:id="rId4"/>
            </p:custDataLst>
          </p:nvPr>
        </p:nvGrpSpPr>
        <p:grpSpPr>
          <a:xfrm>
            <a:off x="377825" y="1706880"/>
            <a:ext cx="3560445" cy="1492250"/>
            <a:chOff x="1182" y="2068"/>
            <a:chExt cx="5607" cy="2350"/>
          </a:xfrm>
        </p:grpSpPr>
        <p:sp>
          <p:nvSpPr>
            <p:cNvPr id="8" name="文本框 7"/>
            <p:cNvSpPr txBox="1"/>
            <p:nvPr>
              <p:custDataLst>
                <p:tags r:id="rId5"/>
              </p:custDataLst>
            </p:nvPr>
          </p:nvSpPr>
          <p:spPr>
            <a:xfrm flipH="1">
              <a:off x="2248" y="2068"/>
              <a:ext cx="3927" cy="2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8000" i="1" dirty="0">
                  <a:ln>
                    <a:gradFill>
                      <a:gsLst>
                        <a:gs pos="0">
                          <a:schemeClr val="bg1"/>
                        </a:gs>
                        <a:gs pos="56000">
                          <a:srgbClr val="FFFFFF">
                            <a:alpha val="0"/>
                          </a:srgbClr>
                        </a:gs>
                        <a:gs pos="51000">
                          <a:schemeClr val="bg1"/>
                        </a:gs>
                      </a:gsLst>
                      <a:lin ang="5400000" scaled="1"/>
                    </a:gradFill>
                  </a:ln>
                  <a:noFill/>
                  <a:latin typeface="Inter Black" panose="02000503000000020004" charset="0"/>
                  <a:ea typeface="Inter Black" panose="02000503000000020004" charset="0"/>
                  <a:cs typeface="Inter" panose="02000503000000020004" charset="0"/>
                </a:rPr>
                <a:t>01</a:t>
              </a:r>
              <a:endParaRPr lang="en-US" altLang="zh-CN" sz="8000" i="1" dirty="0">
                <a:ln>
                  <a:gradFill>
                    <a:gsLst>
                      <a:gs pos="0">
                        <a:schemeClr val="bg1"/>
                      </a:gs>
                      <a:gs pos="56000">
                        <a:srgbClr val="FFFFFF">
                          <a:alpha val="0"/>
                        </a:srgbClr>
                      </a:gs>
                      <a:gs pos="51000">
                        <a:schemeClr val="bg1"/>
                      </a:gs>
                    </a:gsLst>
                    <a:lin ang="5400000" scaled="1"/>
                  </a:gradFill>
                </a:ln>
                <a:noFill/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endParaRPr>
            </a:p>
          </p:txBody>
        </p:sp>
        <p:grpSp>
          <p:nvGrpSpPr>
            <p:cNvPr id="9" name="组合 8"/>
            <p:cNvGrpSpPr/>
            <p:nvPr/>
          </p:nvGrpSpPr>
          <p:grpSpPr>
            <a:xfrm>
              <a:off x="1182" y="3211"/>
              <a:ext cx="5607" cy="1207"/>
              <a:chOff x="1279" y="3137"/>
              <a:chExt cx="5607" cy="1299"/>
            </a:xfrm>
          </p:grpSpPr>
          <p:sp>
            <p:nvSpPr>
              <p:cNvPr id="64" name="平行四边形 63"/>
              <p:cNvSpPr/>
              <p:nvPr>
                <p:custDataLst>
                  <p:tags r:id="rId6"/>
                </p:custDataLst>
              </p:nvPr>
            </p:nvSpPr>
            <p:spPr>
              <a:xfrm rot="10800000">
                <a:off x="1635" y="3137"/>
                <a:ext cx="5251" cy="1109"/>
              </a:xfrm>
              <a:prstGeom prst="parallelogram">
                <a:avLst>
                  <a:gd name="adj" fmla="val 68862"/>
                </a:avLst>
              </a:prstGeom>
              <a:noFill/>
              <a:ln w="25400">
                <a:gradFill flip="none" rotWithShape="1">
                  <a:gsLst>
                    <a:gs pos="2000">
                      <a:schemeClr val="accent6">
                        <a:alpha val="0"/>
                      </a:schemeClr>
                    </a:gs>
                    <a:gs pos="50000">
                      <a:schemeClr val="accent6"/>
                    </a:gs>
                    <a:gs pos="100000">
                      <a:schemeClr val="accent6">
                        <a:alpha val="0"/>
                      </a:schemeClr>
                    </a:gs>
                  </a:gsLst>
                  <a:lin ang="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dirty="0">
                  <a:solidFill>
                    <a:schemeClr val="lt1"/>
                  </a:solidFill>
                  <a:cs typeface="Inter" panose="02000503000000020004" charset="0"/>
                </a:endParaRPr>
              </a:p>
            </p:txBody>
          </p:sp>
          <p:sp>
            <p:nvSpPr>
              <p:cNvPr id="63" name="平行四边形 62"/>
              <p:cNvSpPr/>
              <p:nvPr>
                <p:custDataLst>
                  <p:tags r:id="rId7"/>
                </p:custDataLst>
              </p:nvPr>
            </p:nvSpPr>
            <p:spPr>
              <a:xfrm rot="10800000">
                <a:off x="1279" y="3310"/>
                <a:ext cx="5242" cy="1126"/>
              </a:xfrm>
              <a:prstGeom prst="parallelogram">
                <a:avLst>
                  <a:gd name="adj" fmla="val 68862"/>
                </a:avLst>
              </a:prstGeom>
              <a:noFill/>
              <a:ln w="25400">
                <a:gradFill>
                  <a:gsLst>
                    <a:gs pos="2000">
                      <a:schemeClr val="accent1">
                        <a:alpha val="0"/>
                      </a:schemeClr>
                    </a:gs>
                    <a:gs pos="50000">
                      <a:schemeClr val="accent1"/>
                    </a:gs>
                    <a:gs pos="100000">
                      <a:schemeClr val="accent1">
                        <a:alpha val="0"/>
                      </a:schemeClr>
                    </a:gs>
                  </a:gsLst>
                  <a:lin ang="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>
                  <a:solidFill>
                    <a:schemeClr val="lt1"/>
                  </a:solidFill>
                  <a:cs typeface="Inter" panose="02000503000000020004" charset="0"/>
                </a:endParaRPr>
              </a:p>
            </p:txBody>
          </p:sp>
        </p:grpSp>
        <p:sp>
          <p:nvSpPr>
            <p:cNvPr id="65" name="文本框 64"/>
            <p:cNvSpPr txBox="1"/>
            <p:nvPr>
              <p:custDataLst>
                <p:tags r:id="rId8"/>
              </p:custDataLst>
            </p:nvPr>
          </p:nvSpPr>
          <p:spPr>
            <a:xfrm flipH="1">
              <a:off x="2052" y="3372"/>
              <a:ext cx="3927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pt-PT" altLang="zh-CN" sz="2800" i="1" dirty="0">
                  <a:solidFill>
                    <a:schemeClr val="lt1"/>
                  </a:solidFill>
                  <a:latin typeface="Inter Black" panose="02000503000000020004" charset="0"/>
                  <a:ea typeface="Inter Black" panose="02000503000000020004" charset="0"/>
                  <a:cs typeface="Inter" panose="02000503000000020004" charset="0"/>
                </a:rPr>
                <a:t>Introdução</a:t>
              </a:r>
              <a:endParaRPr lang="pt-PT" altLang="zh-CN" sz="2800" i="1" dirty="0">
                <a:solidFill>
                  <a:schemeClr val="lt1"/>
                </a:solidFill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endParaRPr>
            </a:p>
          </p:txBody>
        </p:sp>
      </p:grpSp>
      <p:sp>
        <p:nvSpPr>
          <p:cNvPr id="38" name="文本框 37"/>
          <p:cNvSpPr txBox="1"/>
          <p:nvPr>
            <p:custDataLst>
              <p:tags r:id="rId9"/>
            </p:custDataLst>
          </p:nvPr>
        </p:nvSpPr>
        <p:spPr>
          <a:xfrm>
            <a:off x="4150995" y="493395"/>
            <a:ext cx="389001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FontTx/>
            </a:pPr>
            <a:r>
              <a:rPr lang="pt-PT" altLang="en-US" sz="4400" i="1">
                <a:solidFill>
                  <a:schemeClr val="lt1"/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Indíce</a:t>
            </a:r>
            <a:endParaRPr lang="pt-PT" altLang="en-US" sz="4400" i="1">
              <a:solidFill>
                <a:schemeClr val="lt1"/>
              </a:solidFill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+mn-ea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 flipH="1">
            <a:off x="4992370" y="1706880"/>
            <a:ext cx="249364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8000" i="1" dirty="0">
                <a:ln>
                  <a:gradFill>
                    <a:gsLst>
                      <a:gs pos="0">
                        <a:schemeClr val="bg1"/>
                      </a:gs>
                      <a:gs pos="56000">
                        <a:srgbClr val="FFFFFF">
                          <a:alpha val="0"/>
                        </a:srgbClr>
                      </a:gs>
                      <a:gs pos="51000">
                        <a:schemeClr val="bg1"/>
                      </a:gs>
                    </a:gsLst>
                    <a:lin ang="5400000" scaled="1"/>
                  </a:gradFill>
                </a:ln>
                <a:noFill/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rPr>
              <a:t>02</a:t>
            </a:r>
            <a:endParaRPr lang="en-US" altLang="zh-CN" sz="8000" i="1" dirty="0">
              <a:ln>
                <a:gradFill>
                  <a:gsLst>
                    <a:gs pos="0">
                      <a:schemeClr val="bg1"/>
                    </a:gs>
                    <a:gs pos="56000">
                      <a:srgbClr val="FFFFFF">
                        <a:alpha val="0"/>
                      </a:srgbClr>
                    </a:gs>
                    <a:gs pos="51000">
                      <a:schemeClr val="bg1"/>
                    </a:gs>
                  </a:gsLst>
                  <a:lin ang="5400000" scaled="1"/>
                </a:gradFill>
              </a:ln>
              <a:noFill/>
              <a:latin typeface="Inter Black" panose="02000503000000020004" charset="0"/>
              <a:ea typeface="Inter Black" panose="02000503000000020004" charset="0"/>
              <a:cs typeface="Inter" panose="02000503000000020004" charset="0"/>
            </a:endParaRPr>
          </a:p>
        </p:txBody>
      </p:sp>
      <p:grpSp>
        <p:nvGrpSpPr>
          <p:cNvPr id="12" name="组合 11"/>
          <p:cNvGrpSpPr/>
          <p:nvPr>
            <p:custDataLst>
              <p:tags r:id="rId11"/>
            </p:custDataLst>
          </p:nvPr>
        </p:nvGrpSpPr>
        <p:grpSpPr>
          <a:xfrm rot="0">
            <a:off x="4315460" y="2432685"/>
            <a:ext cx="3560445" cy="766445"/>
            <a:chOff x="1279" y="3137"/>
            <a:chExt cx="5607" cy="1299"/>
          </a:xfrm>
        </p:grpSpPr>
        <p:sp>
          <p:nvSpPr>
            <p:cNvPr id="13" name="平行四边形 12"/>
            <p:cNvSpPr/>
            <p:nvPr>
              <p:custDataLst>
                <p:tags r:id="rId12"/>
              </p:custDataLst>
            </p:nvPr>
          </p:nvSpPr>
          <p:spPr>
            <a:xfrm rot="10800000">
              <a:off x="1635" y="3137"/>
              <a:ext cx="5251" cy="1109"/>
            </a:xfrm>
            <a:prstGeom prst="parallelogram">
              <a:avLst>
                <a:gd name="adj" fmla="val 68862"/>
              </a:avLst>
            </a:prstGeom>
            <a:noFill/>
            <a:ln w="25400">
              <a:gradFill flip="none" rotWithShape="1">
                <a:gsLst>
                  <a:gs pos="2000">
                    <a:schemeClr val="accent6">
                      <a:alpha val="0"/>
                    </a:schemeClr>
                  </a:gs>
                  <a:gs pos="50000">
                    <a:schemeClr val="accent6"/>
                  </a:gs>
                  <a:gs pos="100000">
                    <a:schemeClr val="accent6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>
                <a:solidFill>
                  <a:schemeClr val="lt1"/>
                </a:solidFill>
                <a:cs typeface="Inter" panose="02000503000000020004" charset="0"/>
              </a:endParaRPr>
            </a:p>
          </p:txBody>
        </p:sp>
        <p:sp>
          <p:nvSpPr>
            <p:cNvPr id="14" name="平行四边形 13"/>
            <p:cNvSpPr/>
            <p:nvPr>
              <p:custDataLst>
                <p:tags r:id="rId13"/>
              </p:custDataLst>
            </p:nvPr>
          </p:nvSpPr>
          <p:spPr>
            <a:xfrm rot="10800000">
              <a:off x="1279" y="3310"/>
              <a:ext cx="5242" cy="1126"/>
            </a:xfrm>
            <a:prstGeom prst="parallelogram">
              <a:avLst>
                <a:gd name="adj" fmla="val 68862"/>
              </a:avLst>
            </a:prstGeom>
            <a:noFill/>
            <a:ln w="25400">
              <a:gradFill>
                <a:gsLst>
                  <a:gs pos="2000">
                    <a:schemeClr val="accent1">
                      <a:alpha val="0"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cs typeface="Inter" panose="02000503000000020004" charset="0"/>
              </a:endParaRPr>
            </a:p>
          </p:txBody>
        </p:sp>
      </p:grp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 flipH="1">
            <a:off x="4939030" y="2534920"/>
            <a:ext cx="24936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pt-PT" altLang="zh-CN" sz="2800" i="1">
                <a:solidFill>
                  <a:schemeClr val="bg1"/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Projeto</a:t>
            </a:r>
            <a:endParaRPr lang="pt-PT" altLang="zh-CN" sz="2800" i="1">
              <a:solidFill>
                <a:schemeClr val="bg1"/>
              </a:solidFill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+mn-ea"/>
            </a:endParaRPr>
          </a:p>
        </p:txBody>
      </p:sp>
      <p:sp>
        <p:nvSpPr>
          <p:cNvPr id="17" name="文本框 16"/>
          <p:cNvSpPr txBox="1"/>
          <p:nvPr>
            <p:custDataLst>
              <p:tags r:id="rId15"/>
            </p:custDataLst>
          </p:nvPr>
        </p:nvSpPr>
        <p:spPr>
          <a:xfrm flipH="1">
            <a:off x="8930005" y="1706880"/>
            <a:ext cx="249364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8000" i="1" dirty="0">
                <a:ln>
                  <a:gradFill>
                    <a:gsLst>
                      <a:gs pos="0">
                        <a:schemeClr val="bg1"/>
                      </a:gs>
                      <a:gs pos="56000">
                        <a:srgbClr val="FFFFFF">
                          <a:alpha val="0"/>
                        </a:srgbClr>
                      </a:gs>
                      <a:gs pos="51000">
                        <a:schemeClr val="bg1"/>
                      </a:gs>
                    </a:gsLst>
                    <a:lin ang="5400000" scaled="1"/>
                  </a:gradFill>
                </a:ln>
                <a:noFill/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rPr>
              <a:t>03</a:t>
            </a:r>
            <a:endParaRPr lang="en-US" altLang="zh-CN" sz="8000" i="1" dirty="0">
              <a:ln>
                <a:gradFill>
                  <a:gsLst>
                    <a:gs pos="0">
                      <a:schemeClr val="bg1"/>
                    </a:gs>
                    <a:gs pos="56000">
                      <a:srgbClr val="FFFFFF">
                        <a:alpha val="0"/>
                      </a:srgbClr>
                    </a:gs>
                    <a:gs pos="51000">
                      <a:schemeClr val="bg1"/>
                    </a:gs>
                  </a:gsLst>
                  <a:lin ang="5400000" scaled="1"/>
                </a:gradFill>
              </a:ln>
              <a:noFill/>
              <a:latin typeface="Inter Black" panose="02000503000000020004" charset="0"/>
              <a:ea typeface="Inter Black" panose="02000503000000020004" charset="0"/>
              <a:cs typeface="Inter" panose="02000503000000020004" charset="0"/>
            </a:endParaRPr>
          </a:p>
        </p:txBody>
      </p:sp>
      <p:grpSp>
        <p:nvGrpSpPr>
          <p:cNvPr id="18" name="组合 17"/>
          <p:cNvGrpSpPr/>
          <p:nvPr>
            <p:custDataLst>
              <p:tags r:id="rId16"/>
            </p:custDataLst>
          </p:nvPr>
        </p:nvGrpSpPr>
        <p:grpSpPr>
          <a:xfrm rot="0">
            <a:off x="8253095" y="2432685"/>
            <a:ext cx="3560445" cy="766445"/>
            <a:chOff x="1279" y="3137"/>
            <a:chExt cx="5607" cy="1299"/>
          </a:xfrm>
        </p:grpSpPr>
        <p:sp>
          <p:nvSpPr>
            <p:cNvPr id="19" name="平行四边形 18"/>
            <p:cNvSpPr/>
            <p:nvPr>
              <p:custDataLst>
                <p:tags r:id="rId17"/>
              </p:custDataLst>
            </p:nvPr>
          </p:nvSpPr>
          <p:spPr>
            <a:xfrm rot="10800000">
              <a:off x="1635" y="3137"/>
              <a:ext cx="5251" cy="1109"/>
            </a:xfrm>
            <a:prstGeom prst="parallelogram">
              <a:avLst>
                <a:gd name="adj" fmla="val 68862"/>
              </a:avLst>
            </a:prstGeom>
            <a:noFill/>
            <a:ln w="25400">
              <a:gradFill flip="none" rotWithShape="1">
                <a:gsLst>
                  <a:gs pos="2000">
                    <a:schemeClr val="accent6">
                      <a:alpha val="0"/>
                    </a:schemeClr>
                  </a:gs>
                  <a:gs pos="50000">
                    <a:schemeClr val="accent6"/>
                  </a:gs>
                  <a:gs pos="100000">
                    <a:schemeClr val="accent6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>
                <a:solidFill>
                  <a:schemeClr val="lt1"/>
                </a:solidFill>
                <a:cs typeface="Inter" panose="02000503000000020004" charset="0"/>
              </a:endParaRPr>
            </a:p>
          </p:txBody>
        </p:sp>
        <p:sp>
          <p:nvSpPr>
            <p:cNvPr id="20" name="平行四边形 19"/>
            <p:cNvSpPr/>
            <p:nvPr>
              <p:custDataLst>
                <p:tags r:id="rId18"/>
              </p:custDataLst>
            </p:nvPr>
          </p:nvSpPr>
          <p:spPr>
            <a:xfrm rot="10800000">
              <a:off x="1279" y="3310"/>
              <a:ext cx="5242" cy="1126"/>
            </a:xfrm>
            <a:prstGeom prst="parallelogram">
              <a:avLst>
                <a:gd name="adj" fmla="val 68862"/>
              </a:avLst>
            </a:prstGeom>
            <a:noFill/>
            <a:ln w="25400">
              <a:gradFill>
                <a:gsLst>
                  <a:gs pos="2000">
                    <a:schemeClr val="accent1">
                      <a:alpha val="0"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cs typeface="Inter" panose="02000503000000020004" charset="0"/>
              </a:endParaRPr>
            </a:p>
          </p:txBody>
        </p:sp>
      </p:grpSp>
      <p:sp>
        <p:nvSpPr>
          <p:cNvPr id="21" name="文本框 20"/>
          <p:cNvSpPr txBox="1"/>
          <p:nvPr>
            <p:custDataLst>
              <p:tags r:id="rId19"/>
            </p:custDataLst>
          </p:nvPr>
        </p:nvSpPr>
        <p:spPr>
          <a:xfrm flipH="1">
            <a:off x="6695440" y="4705985"/>
            <a:ext cx="249364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pt-PT" altLang="zh-CN" sz="2800" i="1">
                <a:ln>
                  <a:noFill/>
                </a:ln>
                <a:solidFill>
                  <a:schemeClr val="bg1"/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Base de Dados</a:t>
            </a:r>
            <a:endParaRPr lang="pt-PT" altLang="zh-CN" sz="2800" i="1">
              <a:ln>
                <a:noFill/>
              </a:ln>
              <a:solidFill>
                <a:schemeClr val="bg1"/>
              </a:solidFill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+mn-ea"/>
            </a:endParaRPr>
          </a:p>
        </p:txBody>
      </p:sp>
      <p:sp>
        <p:nvSpPr>
          <p:cNvPr id="23" name="文本框 22"/>
          <p:cNvSpPr txBox="1"/>
          <p:nvPr>
            <p:custDataLst>
              <p:tags r:id="rId20"/>
            </p:custDataLst>
          </p:nvPr>
        </p:nvSpPr>
        <p:spPr>
          <a:xfrm flipH="1">
            <a:off x="2901315" y="3980180"/>
            <a:ext cx="249364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8000" i="1" dirty="0">
                <a:ln>
                  <a:gradFill>
                    <a:gsLst>
                      <a:gs pos="0">
                        <a:schemeClr val="bg1"/>
                      </a:gs>
                      <a:gs pos="56000">
                        <a:srgbClr val="FFFFFF">
                          <a:alpha val="0"/>
                        </a:srgbClr>
                      </a:gs>
                      <a:gs pos="51000">
                        <a:schemeClr val="bg1"/>
                      </a:gs>
                    </a:gsLst>
                    <a:lin ang="5400000" scaled="1"/>
                  </a:gradFill>
                </a:ln>
                <a:noFill/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rPr>
              <a:t>04</a:t>
            </a:r>
            <a:endParaRPr lang="en-US" altLang="zh-CN" sz="8000" i="1" dirty="0">
              <a:ln>
                <a:gradFill>
                  <a:gsLst>
                    <a:gs pos="0">
                      <a:schemeClr val="bg1"/>
                    </a:gs>
                    <a:gs pos="56000">
                      <a:srgbClr val="FFFFFF">
                        <a:alpha val="0"/>
                      </a:srgbClr>
                    </a:gs>
                    <a:gs pos="51000">
                      <a:schemeClr val="bg1"/>
                    </a:gs>
                  </a:gsLst>
                  <a:lin ang="5400000" scaled="1"/>
                </a:gradFill>
              </a:ln>
              <a:noFill/>
              <a:latin typeface="Inter Black" panose="02000503000000020004" charset="0"/>
              <a:ea typeface="Inter Black" panose="02000503000000020004" charset="0"/>
              <a:cs typeface="Inter" panose="02000503000000020004" charset="0"/>
            </a:endParaRPr>
          </a:p>
        </p:txBody>
      </p:sp>
      <p:sp>
        <p:nvSpPr>
          <p:cNvPr id="29" name="文本框 28"/>
          <p:cNvSpPr txBox="1"/>
          <p:nvPr>
            <p:custDataLst>
              <p:tags r:id="rId21"/>
            </p:custDataLst>
          </p:nvPr>
        </p:nvSpPr>
        <p:spPr>
          <a:xfrm flipH="1">
            <a:off x="6838950" y="3980180"/>
            <a:ext cx="249364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8000" i="1" dirty="0">
                <a:ln>
                  <a:gradFill>
                    <a:gsLst>
                      <a:gs pos="0">
                        <a:schemeClr val="bg1"/>
                      </a:gs>
                      <a:gs pos="56000">
                        <a:srgbClr val="FFFFFF">
                          <a:alpha val="0"/>
                        </a:srgbClr>
                      </a:gs>
                      <a:gs pos="51000">
                        <a:schemeClr val="bg1"/>
                      </a:gs>
                    </a:gsLst>
                    <a:lin ang="5400000" scaled="1"/>
                  </a:gradFill>
                </a:ln>
                <a:noFill/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rPr>
              <a:t>05</a:t>
            </a:r>
            <a:endParaRPr lang="en-US" altLang="zh-CN" sz="8000" i="1" dirty="0">
              <a:ln>
                <a:gradFill>
                  <a:gsLst>
                    <a:gs pos="0">
                      <a:schemeClr val="bg1"/>
                    </a:gs>
                    <a:gs pos="56000">
                      <a:srgbClr val="FFFFFF">
                        <a:alpha val="0"/>
                      </a:srgbClr>
                    </a:gs>
                    <a:gs pos="51000">
                      <a:schemeClr val="bg1"/>
                    </a:gs>
                  </a:gsLst>
                  <a:lin ang="5400000" scaled="1"/>
                </a:gradFill>
              </a:ln>
              <a:noFill/>
              <a:latin typeface="Inter Black" panose="02000503000000020004" charset="0"/>
              <a:ea typeface="Inter Black" panose="02000503000000020004" charset="0"/>
              <a:cs typeface="Inter" panose="02000503000000020004" charset="0"/>
            </a:endParaRPr>
          </a:p>
        </p:txBody>
      </p:sp>
      <p:grpSp>
        <p:nvGrpSpPr>
          <p:cNvPr id="30" name="组合 29"/>
          <p:cNvGrpSpPr/>
          <p:nvPr>
            <p:custDataLst>
              <p:tags r:id="rId22"/>
            </p:custDataLst>
          </p:nvPr>
        </p:nvGrpSpPr>
        <p:grpSpPr>
          <a:xfrm rot="0">
            <a:off x="2350135" y="4733290"/>
            <a:ext cx="3560445" cy="1152525"/>
            <a:chOff x="1279" y="3137"/>
            <a:chExt cx="5607" cy="1299"/>
          </a:xfrm>
        </p:grpSpPr>
        <p:sp>
          <p:nvSpPr>
            <p:cNvPr id="31" name="平行四边形 30"/>
            <p:cNvSpPr/>
            <p:nvPr>
              <p:custDataLst>
                <p:tags r:id="rId23"/>
              </p:custDataLst>
            </p:nvPr>
          </p:nvSpPr>
          <p:spPr>
            <a:xfrm rot="10800000">
              <a:off x="1635" y="3137"/>
              <a:ext cx="5251" cy="1109"/>
            </a:xfrm>
            <a:prstGeom prst="parallelogram">
              <a:avLst>
                <a:gd name="adj" fmla="val 68862"/>
              </a:avLst>
            </a:prstGeom>
            <a:noFill/>
            <a:ln w="25400">
              <a:gradFill flip="none" rotWithShape="1">
                <a:gsLst>
                  <a:gs pos="2000">
                    <a:schemeClr val="accent6">
                      <a:alpha val="0"/>
                    </a:schemeClr>
                  </a:gs>
                  <a:gs pos="50000">
                    <a:schemeClr val="accent6"/>
                  </a:gs>
                  <a:gs pos="100000">
                    <a:schemeClr val="accent6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>
                <a:solidFill>
                  <a:schemeClr val="lt1"/>
                </a:solidFill>
                <a:cs typeface="Inter" panose="02000503000000020004" charset="0"/>
              </a:endParaRPr>
            </a:p>
          </p:txBody>
        </p:sp>
        <p:sp>
          <p:nvSpPr>
            <p:cNvPr id="32" name="平行四边形 31"/>
            <p:cNvSpPr/>
            <p:nvPr>
              <p:custDataLst>
                <p:tags r:id="rId24"/>
              </p:custDataLst>
            </p:nvPr>
          </p:nvSpPr>
          <p:spPr>
            <a:xfrm rot="10800000">
              <a:off x="1279" y="3310"/>
              <a:ext cx="5242" cy="1126"/>
            </a:xfrm>
            <a:prstGeom prst="parallelogram">
              <a:avLst>
                <a:gd name="adj" fmla="val 68862"/>
              </a:avLst>
            </a:prstGeom>
            <a:noFill/>
            <a:ln w="25400">
              <a:gradFill>
                <a:gsLst>
                  <a:gs pos="2000">
                    <a:schemeClr val="accent1">
                      <a:alpha val="0"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cs typeface="Inter" panose="02000503000000020004" charset="0"/>
              </a:endParaRPr>
            </a:p>
          </p:txBody>
        </p:sp>
      </p:grpSp>
      <p:sp>
        <p:nvSpPr>
          <p:cNvPr id="33" name="文本框 32"/>
          <p:cNvSpPr txBox="1"/>
          <p:nvPr>
            <p:custDataLst>
              <p:tags r:id="rId25"/>
            </p:custDataLst>
          </p:nvPr>
        </p:nvSpPr>
        <p:spPr>
          <a:xfrm flipH="1">
            <a:off x="2661920" y="4808220"/>
            <a:ext cx="298196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pt-PT" altLang="zh-CN" sz="2800" i="1">
                <a:ln>
                  <a:noFill/>
                </a:ln>
                <a:solidFill>
                  <a:schemeClr val="bg1"/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Html /Css/</a:t>
            </a:r>
            <a:endParaRPr lang="pt-PT" altLang="zh-CN" sz="2800" i="1">
              <a:ln>
                <a:noFill/>
              </a:ln>
              <a:solidFill>
                <a:schemeClr val="bg1"/>
              </a:solidFill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+mn-ea"/>
            </a:endParaRPr>
          </a:p>
          <a:p>
            <a:pPr algn="ctr"/>
            <a:r>
              <a:rPr lang="pt-PT" altLang="zh-CN" sz="2800" i="1">
                <a:ln>
                  <a:noFill/>
                </a:ln>
                <a:solidFill>
                  <a:schemeClr val="bg1"/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Java</a:t>
            </a:r>
            <a:endParaRPr lang="pt-PT" altLang="zh-CN" sz="2800" i="1">
              <a:ln>
                <a:noFill/>
              </a:ln>
              <a:solidFill>
                <a:schemeClr val="bg1"/>
              </a:solidFill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+mn-ea"/>
            </a:endParaRPr>
          </a:p>
        </p:txBody>
      </p:sp>
      <p:sp>
        <p:nvSpPr>
          <p:cNvPr id="40" name="文本框 39"/>
          <p:cNvSpPr txBox="1"/>
          <p:nvPr>
            <p:custDataLst>
              <p:tags r:id="rId26"/>
            </p:custDataLst>
          </p:nvPr>
        </p:nvSpPr>
        <p:spPr>
          <a:xfrm flipH="1">
            <a:off x="8869045" y="2534920"/>
            <a:ext cx="24936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pt-PT" altLang="zh-CN" sz="2800" i="1">
                <a:ln>
                  <a:noFill/>
                </a:ln>
                <a:solidFill>
                  <a:schemeClr val="bg1"/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Funções</a:t>
            </a:r>
            <a:endParaRPr lang="pt-PT" altLang="zh-CN" sz="2800" i="1">
              <a:ln>
                <a:noFill/>
              </a:ln>
              <a:solidFill>
                <a:schemeClr val="bg1"/>
              </a:solidFill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+mn-ea"/>
            </a:endParaRPr>
          </a:p>
        </p:txBody>
      </p:sp>
      <p:grpSp>
        <p:nvGrpSpPr>
          <p:cNvPr id="6" name="组合 29"/>
          <p:cNvGrpSpPr/>
          <p:nvPr>
            <p:custDataLst>
              <p:tags r:id="rId27"/>
            </p:custDataLst>
          </p:nvPr>
        </p:nvGrpSpPr>
        <p:grpSpPr>
          <a:xfrm rot="0">
            <a:off x="6207125" y="4733290"/>
            <a:ext cx="3560445" cy="1152525"/>
            <a:chOff x="1279" y="3137"/>
            <a:chExt cx="5607" cy="1299"/>
          </a:xfrm>
        </p:grpSpPr>
        <p:sp>
          <p:nvSpPr>
            <p:cNvPr id="7" name="平行四边形 30"/>
            <p:cNvSpPr/>
            <p:nvPr>
              <p:custDataLst>
                <p:tags r:id="rId28"/>
              </p:custDataLst>
            </p:nvPr>
          </p:nvSpPr>
          <p:spPr>
            <a:xfrm rot="10800000">
              <a:off x="1635" y="3137"/>
              <a:ext cx="5251" cy="1109"/>
            </a:xfrm>
            <a:prstGeom prst="parallelogram">
              <a:avLst>
                <a:gd name="adj" fmla="val 68862"/>
              </a:avLst>
            </a:prstGeom>
            <a:noFill/>
            <a:ln w="25400">
              <a:gradFill flip="none" rotWithShape="1">
                <a:gsLst>
                  <a:gs pos="2000">
                    <a:schemeClr val="accent6">
                      <a:alpha val="0"/>
                    </a:schemeClr>
                  </a:gs>
                  <a:gs pos="50000">
                    <a:schemeClr val="accent6"/>
                  </a:gs>
                  <a:gs pos="100000">
                    <a:schemeClr val="accent6">
                      <a:alpha val="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dirty="0">
                <a:solidFill>
                  <a:schemeClr val="lt1"/>
                </a:solidFill>
                <a:cs typeface="Inter" panose="02000503000000020004" charset="0"/>
              </a:endParaRPr>
            </a:p>
          </p:txBody>
        </p:sp>
        <p:sp>
          <p:nvSpPr>
            <p:cNvPr id="10" name="平行四边形 31"/>
            <p:cNvSpPr/>
            <p:nvPr>
              <p:custDataLst>
                <p:tags r:id="rId29"/>
              </p:custDataLst>
            </p:nvPr>
          </p:nvSpPr>
          <p:spPr>
            <a:xfrm rot="10800000">
              <a:off x="1279" y="3310"/>
              <a:ext cx="5242" cy="1126"/>
            </a:xfrm>
            <a:prstGeom prst="parallelogram">
              <a:avLst>
                <a:gd name="adj" fmla="val 68862"/>
              </a:avLst>
            </a:prstGeom>
            <a:noFill/>
            <a:ln w="25400">
              <a:gradFill>
                <a:gsLst>
                  <a:gs pos="2000">
                    <a:schemeClr val="accent1">
                      <a:alpha val="0"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alpha val="0"/>
                    </a:schemeClr>
                  </a:gs>
                </a:gsLst>
                <a:lin ang="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cs typeface="Inter" panose="02000503000000020004" charset="0"/>
              </a:endParaRPr>
            </a:p>
          </p:txBody>
        </p:sp>
      </p:grpSp>
    </p:spTree>
    <p:custDataLst>
      <p:tags r:id="rId30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 descr="VCG2112800586751"/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 flipH="1">
            <a:off x="4445" y="0"/>
            <a:ext cx="12183110" cy="6858000"/>
          </a:xfrm>
          <a:prstGeom prst="rect">
            <a:avLst/>
          </a:prstGeom>
        </p:spPr>
      </p:pic>
      <p:sp>
        <p:nvSpPr>
          <p:cNvPr id="55" name="半闭框 54"/>
          <p:cNvSpPr/>
          <p:nvPr/>
        </p:nvSpPr>
        <p:spPr>
          <a:xfrm rot="10800000" flipH="1" flipV="1">
            <a:off x="411554" y="281181"/>
            <a:ext cx="336092" cy="336092"/>
          </a:xfrm>
          <a:prstGeom prst="halfFrame">
            <a:avLst>
              <a:gd name="adj1" fmla="val 11939"/>
              <a:gd name="adj2" fmla="val 13392"/>
            </a:avLst>
          </a:prstGeom>
          <a:gradFill>
            <a:gsLst>
              <a:gs pos="0">
                <a:schemeClr val="accent1"/>
              </a:gs>
              <a:gs pos="70000">
                <a:schemeClr val="accent6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Inter" panose="02000503000000020004" charset="0"/>
            </a:endParaRPr>
          </a:p>
        </p:txBody>
      </p:sp>
      <p:sp>
        <p:nvSpPr>
          <p:cNvPr id="39" name="半闭框 38"/>
          <p:cNvSpPr/>
          <p:nvPr/>
        </p:nvSpPr>
        <p:spPr>
          <a:xfrm flipH="1" flipV="1">
            <a:off x="11538024" y="6271771"/>
            <a:ext cx="336092" cy="336092"/>
          </a:xfrm>
          <a:prstGeom prst="halfFrame">
            <a:avLst>
              <a:gd name="adj1" fmla="val 11939"/>
              <a:gd name="adj2" fmla="val 13392"/>
            </a:avLst>
          </a:prstGeom>
          <a:gradFill>
            <a:gsLst>
              <a:gs pos="0">
                <a:schemeClr val="accent1"/>
              </a:gs>
              <a:gs pos="70000">
                <a:schemeClr val="accent6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Inter" panose="02000503000000020004" charset="0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381000" y="2009140"/>
            <a:ext cx="11430635" cy="2839720"/>
            <a:chOff x="264" y="3164"/>
            <a:chExt cx="18001" cy="4472"/>
          </a:xfrm>
        </p:grpSpPr>
        <p:grpSp>
          <p:nvGrpSpPr>
            <p:cNvPr id="25" name="组合 24"/>
            <p:cNvGrpSpPr/>
            <p:nvPr/>
          </p:nvGrpSpPr>
          <p:grpSpPr>
            <a:xfrm>
              <a:off x="264" y="3395"/>
              <a:ext cx="3779" cy="4010"/>
              <a:chOff x="264" y="3729"/>
              <a:chExt cx="3779" cy="4010"/>
            </a:xfrm>
          </p:grpSpPr>
          <p:cxnSp>
            <p:nvCxnSpPr>
              <p:cNvPr id="16" name="直接连接符 15"/>
              <p:cNvCxnSpPr/>
              <p:nvPr/>
            </p:nvCxnSpPr>
            <p:spPr>
              <a:xfrm flipH="1">
                <a:off x="1271" y="3729"/>
                <a:ext cx="2773" cy="4010"/>
              </a:xfrm>
              <a:prstGeom prst="line">
                <a:avLst/>
              </a:prstGeom>
              <a:ln>
                <a:gradFill>
                  <a:gsLst>
                    <a:gs pos="29000">
                      <a:schemeClr val="accent1"/>
                    </a:gs>
                    <a:gs pos="100000">
                      <a:srgbClr val="0439D9">
                        <a:alpha val="0"/>
                      </a:srgbClr>
                    </a:gs>
                  </a:gsLst>
                  <a:lin ang="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/>
              <p:cNvCxnSpPr/>
              <p:nvPr/>
            </p:nvCxnSpPr>
            <p:spPr>
              <a:xfrm flipH="1">
                <a:off x="264" y="3729"/>
                <a:ext cx="2773" cy="4010"/>
              </a:xfrm>
              <a:prstGeom prst="line">
                <a:avLst/>
              </a:prstGeom>
              <a:ln>
                <a:gradFill>
                  <a:gsLst>
                    <a:gs pos="29000">
                      <a:schemeClr val="accent1"/>
                    </a:gs>
                    <a:gs pos="100000">
                      <a:srgbClr val="0439D9">
                        <a:alpha val="0"/>
                      </a:srgbClr>
                    </a:gs>
                  </a:gsLst>
                  <a:lin ang="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组合 23"/>
            <p:cNvGrpSpPr/>
            <p:nvPr/>
          </p:nvGrpSpPr>
          <p:grpSpPr>
            <a:xfrm>
              <a:off x="14486" y="3395"/>
              <a:ext cx="3779" cy="4010"/>
              <a:chOff x="14486" y="3395"/>
              <a:chExt cx="3779" cy="4010"/>
            </a:xfrm>
          </p:grpSpPr>
          <p:cxnSp>
            <p:nvCxnSpPr>
              <p:cNvPr id="21" name="直接连接符 20"/>
              <p:cNvCxnSpPr/>
              <p:nvPr/>
            </p:nvCxnSpPr>
            <p:spPr>
              <a:xfrm flipH="1">
                <a:off x="15493" y="3395"/>
                <a:ext cx="2773" cy="4010"/>
              </a:xfrm>
              <a:prstGeom prst="line">
                <a:avLst/>
              </a:prstGeom>
              <a:ln>
                <a:gradFill>
                  <a:gsLst>
                    <a:gs pos="29000">
                      <a:schemeClr val="accent6"/>
                    </a:gs>
                    <a:gs pos="100000">
                      <a:schemeClr val="accent6">
                        <a:alpha val="0"/>
                      </a:schemeClr>
                    </a:gs>
                  </a:gsLst>
                  <a:lin ang="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/>
              <p:cNvCxnSpPr/>
              <p:nvPr/>
            </p:nvCxnSpPr>
            <p:spPr>
              <a:xfrm flipH="1">
                <a:off x="14486" y="3395"/>
                <a:ext cx="2773" cy="4010"/>
              </a:xfrm>
              <a:prstGeom prst="line">
                <a:avLst/>
              </a:prstGeom>
              <a:ln>
                <a:gradFill>
                  <a:gsLst>
                    <a:gs pos="29000">
                      <a:schemeClr val="accent6"/>
                    </a:gs>
                    <a:gs pos="100000">
                      <a:schemeClr val="accent6">
                        <a:alpha val="0"/>
                      </a:schemeClr>
                    </a:gs>
                  </a:gsLst>
                  <a:lin ang="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组合 25"/>
            <p:cNvGrpSpPr/>
            <p:nvPr/>
          </p:nvGrpSpPr>
          <p:grpSpPr>
            <a:xfrm>
              <a:off x="1999" y="3164"/>
              <a:ext cx="14378" cy="4472"/>
              <a:chOff x="1999" y="3283"/>
              <a:chExt cx="14378" cy="4472"/>
            </a:xfrm>
          </p:grpSpPr>
          <p:grpSp>
            <p:nvGrpSpPr>
              <p:cNvPr id="4" name="组合 3"/>
              <p:cNvGrpSpPr/>
              <p:nvPr/>
            </p:nvGrpSpPr>
            <p:grpSpPr>
              <a:xfrm>
                <a:off x="1999" y="3283"/>
                <a:ext cx="14378" cy="4472"/>
                <a:chOff x="3417" y="3934"/>
                <a:chExt cx="11388" cy="3542"/>
              </a:xfrm>
            </p:grpSpPr>
            <p:sp>
              <p:nvSpPr>
                <p:cNvPr id="64" name="平行四边形 63"/>
                <p:cNvSpPr/>
                <p:nvPr>
                  <p:custDataLst>
                    <p:tags r:id="rId2"/>
                  </p:custDataLst>
                </p:nvPr>
              </p:nvSpPr>
              <p:spPr>
                <a:xfrm rot="10800000">
                  <a:off x="4267" y="3934"/>
                  <a:ext cx="10538" cy="3119"/>
                </a:xfrm>
                <a:prstGeom prst="parallelogram">
                  <a:avLst>
                    <a:gd name="adj" fmla="val 68862"/>
                  </a:avLst>
                </a:prstGeom>
                <a:solidFill>
                  <a:schemeClr val="accent3">
                    <a:alpha val="15000"/>
                  </a:schemeClr>
                </a:solidFill>
                <a:ln w="38100">
                  <a:gradFill>
                    <a:gsLst>
                      <a:gs pos="2000">
                        <a:schemeClr val="accent6">
                          <a:alpha val="0"/>
                        </a:schemeClr>
                      </a:gs>
                      <a:gs pos="50000">
                        <a:schemeClr val="accent6"/>
                      </a:gs>
                      <a:gs pos="100000">
                        <a:schemeClr val="accent6">
                          <a:alpha val="0"/>
                        </a:schemeClr>
                      </a:gs>
                    </a:gsLst>
                    <a:lin ang="0" scaled="1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dirty="0">
                    <a:solidFill>
                      <a:schemeClr val="lt1"/>
                    </a:solidFill>
                    <a:cs typeface="Inter" panose="02000503000000020004" charset="0"/>
                  </a:endParaRPr>
                </a:p>
              </p:txBody>
            </p:sp>
            <p:sp>
              <p:nvSpPr>
                <p:cNvPr id="63" name="平行四边形 62"/>
                <p:cNvSpPr/>
                <p:nvPr>
                  <p:custDataLst>
                    <p:tags r:id="rId3"/>
                  </p:custDataLst>
                </p:nvPr>
              </p:nvSpPr>
              <p:spPr>
                <a:xfrm rot="10800000">
                  <a:off x="3417" y="4357"/>
                  <a:ext cx="10537" cy="3119"/>
                </a:xfrm>
                <a:prstGeom prst="parallelogram">
                  <a:avLst>
                    <a:gd name="adj" fmla="val 68862"/>
                  </a:avLst>
                </a:prstGeom>
                <a:noFill/>
                <a:ln w="41275">
                  <a:gradFill>
                    <a:gsLst>
                      <a:gs pos="2000">
                        <a:schemeClr val="accent1">
                          <a:alpha val="0"/>
                        </a:schemeClr>
                      </a:gs>
                      <a:gs pos="50000">
                        <a:schemeClr val="accent1"/>
                      </a:gs>
                      <a:gs pos="100000">
                        <a:schemeClr val="accent1">
                          <a:alpha val="0"/>
                        </a:schemeClr>
                      </a:gs>
                    </a:gsLst>
                    <a:lin ang="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chemeClr val="lt1"/>
                    </a:solidFill>
                    <a:cs typeface="Inter" panose="02000503000000020004" charset="0"/>
                  </a:endParaRPr>
                </a:p>
              </p:txBody>
            </p:sp>
          </p:grpSp>
          <p:sp>
            <p:nvSpPr>
              <p:cNvPr id="65" name="文本框 64"/>
              <p:cNvSpPr txBox="1"/>
              <p:nvPr/>
            </p:nvSpPr>
            <p:spPr>
              <a:xfrm flipH="1">
                <a:off x="6710" y="4555"/>
                <a:ext cx="8593" cy="13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pt-PT" altLang="zh-CN" sz="5000" i="1" cap="all" dirty="0">
                    <a:solidFill>
                      <a:schemeClr val="bg2"/>
                    </a:solidFill>
                    <a:uFillTx/>
                    <a:latin typeface="Inter Black" panose="02000503000000020004" charset="0"/>
                    <a:ea typeface="Inter Black" panose="02000503000000020004" charset="0"/>
                    <a:cs typeface="Inter" panose="02000503000000020004" charset="0"/>
                  </a:rPr>
                  <a:t>Introdução</a:t>
                </a:r>
                <a:endParaRPr lang="pt-PT" altLang="zh-CN" sz="5000" i="1" cap="all" dirty="0">
                  <a:solidFill>
                    <a:schemeClr val="bg2"/>
                  </a:solidFill>
                  <a:uFillTx/>
                  <a:latin typeface="Inter Black" panose="02000503000000020004" charset="0"/>
                  <a:ea typeface="Inter Black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8" name="文本框 7"/>
              <p:cNvSpPr txBox="1"/>
              <p:nvPr>
                <p:custDataLst>
                  <p:tags r:id="rId4"/>
                </p:custDataLst>
              </p:nvPr>
            </p:nvSpPr>
            <p:spPr>
              <a:xfrm flipH="1">
                <a:off x="3778" y="3998"/>
                <a:ext cx="3927" cy="29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1500" i="1" dirty="0">
                    <a:ln>
                      <a:solidFill>
                        <a:schemeClr val="bg1"/>
                      </a:solidFill>
                    </a:ln>
                    <a:noFill/>
                    <a:latin typeface="Inter Black" panose="02000503000000020004" charset="0"/>
                    <a:ea typeface="Inter Black" panose="02000503000000020004" charset="0"/>
                    <a:cs typeface="Inter" panose="02000503000000020004" charset="0"/>
                  </a:rPr>
                  <a:t>01</a:t>
                </a:r>
                <a:endParaRPr lang="en-US" altLang="zh-CN" sz="11500" i="1" dirty="0">
                  <a:ln>
                    <a:solidFill>
                      <a:schemeClr val="bg1"/>
                    </a:solidFill>
                  </a:ln>
                  <a:noFill/>
                  <a:latin typeface="Inter Black" panose="02000503000000020004" charset="0"/>
                  <a:ea typeface="Inter Black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23" name="文本框 22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9066" y="5910"/>
                <a:ext cx="2838" cy="322"/>
              </a:xfrm>
              <a:prstGeom prst="rect">
                <a:avLst/>
              </a:prstGeom>
              <a:noFill/>
            </p:spPr>
            <p:txBody>
              <a:bodyPr wrap="square" rtlCol="0" anchor="t">
                <a:noAutofit/>
              </a:bodyPr>
              <a:p>
                <a:pPr algn="dist"/>
                <a:r>
                  <a:rPr lang="pt-PT" sz="800" i="1" cap="all">
                    <a:ln>
                      <a:noFill/>
                    </a:ln>
                    <a:solidFill>
                      <a:schemeClr val="bg1">
                        <a:alpha val="50000"/>
                      </a:schemeClr>
                    </a:solidFill>
                    <a:uFillTx/>
                    <a:latin typeface="Inter Black" panose="02000503000000020004" charset="0"/>
                    <a:ea typeface="Inter Black" panose="02000503000000020004" charset="0"/>
                    <a:cs typeface="Inter Black" panose="02000503000000020004" charset="0"/>
                    <a:sym typeface="+mn-ea"/>
                  </a:rPr>
                  <a:t>Introdução do projeto</a:t>
                </a:r>
                <a:endParaRPr lang="pt-PT" sz="800" i="1" cap="all">
                  <a:ln>
                    <a:noFill/>
                  </a:ln>
                  <a:solidFill>
                    <a:schemeClr val="bg1">
                      <a:alpha val="50000"/>
                    </a:schemeClr>
                  </a:solidFill>
                  <a:uFillTx/>
                  <a:latin typeface="Inter Black" panose="02000503000000020004" charset="0"/>
                  <a:ea typeface="Inter Black" panose="02000503000000020004" charset="0"/>
                  <a:cs typeface="Inter Black" panose="02000503000000020004" charset="0"/>
                  <a:sym typeface="+mn-ea"/>
                </a:endParaRPr>
              </a:p>
            </p:txBody>
          </p:sp>
        </p:grpSp>
      </p:grpSp>
    </p:spTree>
    <p:custDataLst>
      <p:tags r:id="rId6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 descr="VCG2112800586751"/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0" y="0"/>
            <a:ext cx="12183110" cy="6858000"/>
          </a:xfrm>
          <a:prstGeom prst="rect">
            <a:avLst/>
          </a:prstGeom>
        </p:spPr>
      </p:pic>
      <p:sp>
        <p:nvSpPr>
          <p:cNvPr id="64" name="平行四边形 63"/>
          <p:cNvSpPr/>
          <p:nvPr>
            <p:custDataLst>
              <p:tags r:id="rId2"/>
            </p:custDataLst>
          </p:nvPr>
        </p:nvSpPr>
        <p:spPr>
          <a:xfrm rot="10800000">
            <a:off x="538480" y="1691005"/>
            <a:ext cx="5401310" cy="4269105"/>
          </a:xfrm>
          <a:prstGeom prst="parallelogram">
            <a:avLst>
              <a:gd name="adj" fmla="val 0"/>
            </a:avLst>
          </a:prstGeom>
          <a:solidFill>
            <a:schemeClr val="accent3">
              <a:alpha val="5000"/>
            </a:schemeClr>
          </a:solidFill>
          <a:ln w="38100">
            <a:gradFill>
              <a:gsLst>
                <a:gs pos="2000">
                  <a:schemeClr val="accent6">
                    <a:alpha val="0"/>
                  </a:schemeClr>
                </a:gs>
                <a:gs pos="50000">
                  <a:schemeClr val="accent6"/>
                </a:gs>
                <a:gs pos="100000">
                  <a:schemeClr val="accent6">
                    <a:alpha val="0"/>
                  </a:schemeClr>
                </a:gs>
              </a:gsLst>
              <a:lin ang="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dirty="0"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139" name="任意多边形: 形状 138"/>
          <p:cNvSpPr/>
          <p:nvPr>
            <p:custDataLst>
              <p:tags r:id="rId3"/>
            </p:custDataLst>
          </p:nvPr>
        </p:nvSpPr>
        <p:spPr>
          <a:xfrm rot="10800000">
            <a:off x="307658" y="793115"/>
            <a:ext cx="11576685" cy="5765165"/>
          </a:xfrm>
          <a:custGeom>
            <a:avLst/>
            <a:gdLst>
              <a:gd name="connsiteX0" fmla="*/ 0 w 10858500"/>
              <a:gd name="connsiteY0" fmla="*/ 0 h 4680000"/>
              <a:gd name="connsiteX1" fmla="*/ 10858500 w 10858500"/>
              <a:gd name="connsiteY1" fmla="*/ 0 h 4680000"/>
              <a:gd name="connsiteX2" fmla="*/ 10858500 w 10858500"/>
              <a:gd name="connsiteY2" fmla="*/ 498804 h 4680000"/>
              <a:gd name="connsiteX3" fmla="*/ 10858498 w 10858500"/>
              <a:gd name="connsiteY3" fmla="*/ 498806 h 4680000"/>
              <a:gd name="connsiteX4" fmla="*/ 10858498 w 10858500"/>
              <a:gd name="connsiteY4" fmla="*/ 489916 h 4680000"/>
              <a:gd name="connsiteX5" fmla="*/ 10798658 w 10858500"/>
              <a:gd name="connsiteY5" fmla="*/ 545937 h 4680000"/>
              <a:gd name="connsiteX6" fmla="*/ 10798658 w 10858500"/>
              <a:gd name="connsiteY6" fmla="*/ 4134061 h 4680000"/>
              <a:gd name="connsiteX7" fmla="*/ 10858498 w 10858500"/>
              <a:gd name="connsiteY7" fmla="*/ 4190082 h 4680000"/>
              <a:gd name="connsiteX8" fmla="*/ 10858498 w 10858500"/>
              <a:gd name="connsiteY8" fmla="*/ 4179297 h 4680000"/>
              <a:gd name="connsiteX9" fmla="*/ 10858500 w 10858500"/>
              <a:gd name="connsiteY9" fmla="*/ 4179299 h 4680000"/>
              <a:gd name="connsiteX10" fmla="*/ 10858500 w 10858500"/>
              <a:gd name="connsiteY10" fmla="*/ 4680000 h 4680000"/>
              <a:gd name="connsiteX11" fmla="*/ 9082087 w 10858500"/>
              <a:gd name="connsiteY11" fmla="*/ 4680000 h 4680000"/>
              <a:gd name="connsiteX12" fmla="*/ 9036435 w 10858500"/>
              <a:gd name="connsiteY12" fmla="*/ 4637262 h 4680000"/>
              <a:gd name="connsiteX13" fmla="*/ 1835005 w 10858500"/>
              <a:gd name="connsiteY13" fmla="*/ 4637262 h 4680000"/>
              <a:gd name="connsiteX14" fmla="*/ 1789353 w 10858500"/>
              <a:gd name="connsiteY14" fmla="*/ 4680000 h 4680000"/>
              <a:gd name="connsiteX15" fmla="*/ 0 w 10858500"/>
              <a:gd name="connsiteY15" fmla="*/ 4680000 h 4680000"/>
              <a:gd name="connsiteX16" fmla="*/ 0 w 10858500"/>
              <a:gd name="connsiteY16" fmla="*/ 4190082 h 4680000"/>
              <a:gd name="connsiteX17" fmla="*/ 59840 w 10858500"/>
              <a:gd name="connsiteY17" fmla="*/ 4134061 h 4680000"/>
              <a:gd name="connsiteX18" fmla="*/ 59840 w 10858500"/>
              <a:gd name="connsiteY18" fmla="*/ 545937 h 4680000"/>
              <a:gd name="connsiteX19" fmla="*/ 0 w 10858500"/>
              <a:gd name="connsiteY19" fmla="*/ 489916 h 46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858500" h="4680000">
                <a:moveTo>
                  <a:pt x="0" y="0"/>
                </a:moveTo>
                <a:lnTo>
                  <a:pt x="10858500" y="0"/>
                </a:lnTo>
                <a:lnTo>
                  <a:pt x="10858500" y="498804"/>
                </a:lnTo>
                <a:lnTo>
                  <a:pt x="10858498" y="498806"/>
                </a:lnTo>
                <a:lnTo>
                  <a:pt x="10858498" y="489916"/>
                </a:lnTo>
                <a:lnTo>
                  <a:pt x="10798658" y="545937"/>
                </a:lnTo>
                <a:lnTo>
                  <a:pt x="10798658" y="4134061"/>
                </a:lnTo>
                <a:lnTo>
                  <a:pt x="10858498" y="4190082"/>
                </a:lnTo>
                <a:lnTo>
                  <a:pt x="10858498" y="4179297"/>
                </a:lnTo>
                <a:lnTo>
                  <a:pt x="10858500" y="4179299"/>
                </a:lnTo>
                <a:lnTo>
                  <a:pt x="10858500" y="4680000"/>
                </a:lnTo>
                <a:lnTo>
                  <a:pt x="9082087" y="4680000"/>
                </a:lnTo>
                <a:lnTo>
                  <a:pt x="9036435" y="4637262"/>
                </a:lnTo>
                <a:lnTo>
                  <a:pt x="1835005" y="4637262"/>
                </a:lnTo>
                <a:lnTo>
                  <a:pt x="1789353" y="4680000"/>
                </a:lnTo>
                <a:lnTo>
                  <a:pt x="0" y="4680000"/>
                </a:lnTo>
                <a:lnTo>
                  <a:pt x="0" y="4190082"/>
                </a:lnTo>
                <a:lnTo>
                  <a:pt x="59840" y="4134061"/>
                </a:lnTo>
                <a:lnTo>
                  <a:pt x="59840" y="545937"/>
                </a:lnTo>
                <a:lnTo>
                  <a:pt x="0" y="489916"/>
                </a:lnTo>
                <a:close/>
              </a:path>
            </a:pathLst>
          </a:custGeom>
          <a:noFill/>
          <a:ln w="31750">
            <a:gradFill>
              <a:gsLst>
                <a:gs pos="0">
                  <a:schemeClr val="accent6">
                    <a:alpha val="0"/>
                    <a:lumMod val="0"/>
                    <a:lumOff val="100000"/>
                  </a:schemeClr>
                </a:gs>
                <a:gs pos="50000">
                  <a:schemeClr val="accent6"/>
                </a:gs>
                <a:gs pos="100000">
                  <a:schemeClr val="accent6">
                    <a:alpha val="0"/>
                  </a:schemeClr>
                </a:gs>
              </a:gsLst>
              <a:lin ang="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ln>
                <a:gradFill>
                  <a:gsLst>
                    <a:gs pos="0">
                      <a:srgbClr val="FFFFFF"/>
                    </a:gs>
                    <a:gs pos="51000">
                      <a:srgbClr val="FFFFFF"/>
                    </a:gs>
                  </a:gsLst>
                  <a:lin ang="5400000" scaled="0"/>
                </a:gradFill>
              </a:ln>
              <a:solidFill>
                <a:schemeClr val="lt1"/>
              </a:solidFill>
              <a:cs typeface="Inter" panose="0200050300000002000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 rot="0">
            <a:off x="3374390" y="465455"/>
            <a:ext cx="878205" cy="196850"/>
            <a:chOff x="5272" y="688"/>
            <a:chExt cx="1383" cy="310"/>
          </a:xfrm>
        </p:grpSpPr>
        <p:sp>
          <p:nvSpPr>
            <p:cNvPr id="68" name="平行四边形 67"/>
            <p:cNvSpPr/>
            <p:nvPr/>
          </p:nvSpPr>
          <p:spPr>
            <a:xfrm flipV="1">
              <a:off x="6137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70" name="平行四边形 69"/>
            <p:cNvSpPr/>
            <p:nvPr/>
          </p:nvSpPr>
          <p:spPr>
            <a:xfrm flipV="1">
              <a:off x="5703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72" name="平行四边形 71"/>
            <p:cNvSpPr/>
            <p:nvPr/>
          </p:nvSpPr>
          <p:spPr>
            <a:xfrm flipV="1">
              <a:off x="5272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0" name="平行四边形 89"/>
            <p:cNvSpPr/>
            <p:nvPr/>
          </p:nvSpPr>
          <p:spPr>
            <a:xfrm flipV="1">
              <a:off x="6159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2" name="平行四边形 91"/>
            <p:cNvSpPr/>
            <p:nvPr/>
          </p:nvSpPr>
          <p:spPr>
            <a:xfrm flipV="1">
              <a:off x="5726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4" name="平行四边形 93"/>
            <p:cNvSpPr/>
            <p:nvPr/>
          </p:nvSpPr>
          <p:spPr>
            <a:xfrm flipV="1">
              <a:off x="5294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 rot="0" flipH="1">
            <a:off x="7940040" y="465455"/>
            <a:ext cx="878205" cy="196850"/>
            <a:chOff x="5272" y="688"/>
            <a:chExt cx="1383" cy="310"/>
          </a:xfrm>
        </p:grpSpPr>
        <p:sp>
          <p:nvSpPr>
            <p:cNvPr id="8" name="平行四边形 7"/>
            <p:cNvSpPr/>
            <p:nvPr/>
          </p:nvSpPr>
          <p:spPr>
            <a:xfrm flipV="1">
              <a:off x="6137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0" name="平行四边形 9"/>
            <p:cNvSpPr/>
            <p:nvPr/>
          </p:nvSpPr>
          <p:spPr>
            <a:xfrm flipV="1">
              <a:off x="5703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2" name="平行四边形 11"/>
            <p:cNvSpPr/>
            <p:nvPr/>
          </p:nvSpPr>
          <p:spPr>
            <a:xfrm flipV="1">
              <a:off x="5272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3" name="平行四边形 12"/>
            <p:cNvSpPr/>
            <p:nvPr/>
          </p:nvSpPr>
          <p:spPr>
            <a:xfrm flipV="1">
              <a:off x="6159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4" name="平行四边形 13"/>
            <p:cNvSpPr/>
            <p:nvPr/>
          </p:nvSpPr>
          <p:spPr>
            <a:xfrm flipV="1">
              <a:off x="5726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5" name="平行四边形 14"/>
            <p:cNvSpPr/>
            <p:nvPr/>
          </p:nvSpPr>
          <p:spPr>
            <a:xfrm flipV="1">
              <a:off x="5294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</p:grpSp>
      <p:sp>
        <p:nvSpPr>
          <p:cNvPr id="1105" name="COLUMN…"/>
          <p:cNvSpPr txBox="1"/>
          <p:nvPr/>
        </p:nvSpPr>
        <p:spPr>
          <a:xfrm>
            <a:off x="0" y="935990"/>
            <a:ext cx="12183110" cy="64516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p>
            <a:pPr algn="ctr">
              <a:defRPr sz="4400">
                <a:solidFill>
                  <a:srgbClr val="404040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rPr lang="pt-PT" altLang="zh-CN" sz="3600">
                <a:solidFill>
                  <a:schemeClr val="accent6"/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Inter Black" panose="02000503000000020004" charset="0"/>
              </a:rPr>
              <a:t>Ideia Do Projeto</a:t>
            </a:r>
            <a:endParaRPr lang="pt-PT" altLang="zh-CN" sz="3600">
              <a:solidFill>
                <a:schemeClr val="accent6"/>
              </a:solidFill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Inter Black" panose="02000503000000020004" charset="0"/>
            </a:endParaRPr>
          </a:p>
        </p:txBody>
      </p:sp>
      <p:sp>
        <p:nvSpPr>
          <p:cNvPr id="18" name="平行四边形 5"/>
          <p:cNvSpPr/>
          <p:nvPr>
            <p:custDataLst>
              <p:tags r:id="rId4"/>
            </p:custDataLst>
          </p:nvPr>
        </p:nvSpPr>
        <p:spPr>
          <a:xfrm rot="10800000" flipH="1">
            <a:off x="4427220" y="895985"/>
            <a:ext cx="3338830" cy="727710"/>
          </a:xfrm>
          <a:prstGeom prst="parallelogram">
            <a:avLst>
              <a:gd name="adj" fmla="val 0"/>
            </a:avLst>
          </a:prstGeom>
          <a:noFill/>
          <a:ln w="41275">
            <a:gradFill>
              <a:gsLst>
                <a:gs pos="2000">
                  <a:schemeClr val="accent1">
                    <a:alpha val="0"/>
                  </a:schemeClr>
                </a:gs>
                <a:gs pos="5000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16" name="Caixa de Texto 15"/>
          <p:cNvSpPr txBox="1"/>
          <p:nvPr/>
        </p:nvSpPr>
        <p:spPr>
          <a:xfrm>
            <a:off x="635" y="86360"/>
            <a:ext cx="1218247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pt-PT" altLang="zh-CN" sz="4000" b="1">
                <a:solidFill>
                  <a:schemeClr val="bg1"/>
                </a:solidFill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  <a:sym typeface="+mn-ea"/>
              </a:rPr>
              <a:t>Introdução</a:t>
            </a:r>
            <a:endParaRPr lang="pt-PT" altLang="zh-CN" sz="4000" b="1">
              <a:solidFill>
                <a:schemeClr val="bg1"/>
              </a:solidFill>
              <a:latin typeface="Inter Black" panose="02000503000000020004" charset="0"/>
              <a:ea typeface="Inter Black" panose="02000503000000020004" charset="0"/>
              <a:cs typeface="Inter" panose="02000503000000020004" charset="0"/>
              <a:sym typeface="+mn-ea"/>
            </a:endParaRPr>
          </a:p>
        </p:txBody>
      </p:sp>
      <p:sp>
        <p:nvSpPr>
          <p:cNvPr id="24" name="平行四边形 6"/>
          <p:cNvSpPr/>
          <p:nvPr>
            <p:custDataLst>
              <p:tags r:id="rId5"/>
            </p:custDataLst>
          </p:nvPr>
        </p:nvSpPr>
        <p:spPr>
          <a:xfrm rot="10800000">
            <a:off x="652145" y="1871345"/>
            <a:ext cx="4386580" cy="865505"/>
          </a:xfrm>
          <a:prstGeom prst="parallelogram">
            <a:avLst>
              <a:gd name="adj" fmla="val 68862"/>
            </a:avLst>
          </a:prstGeom>
          <a:solidFill>
            <a:schemeClr val="accent3">
              <a:alpha val="15000"/>
            </a:schemeClr>
          </a:solidFill>
          <a:ln w="38100">
            <a:gradFill>
              <a:gsLst>
                <a:gs pos="2000">
                  <a:schemeClr val="accent6">
                    <a:alpha val="0"/>
                  </a:schemeClr>
                </a:gs>
                <a:gs pos="50000">
                  <a:schemeClr val="accent6"/>
                </a:gs>
                <a:gs pos="100000">
                  <a:schemeClr val="accent6">
                    <a:alpha val="0"/>
                  </a:schemeClr>
                </a:gs>
              </a:gsLst>
              <a:lin ang="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95" name="Content Placeholder 2"/>
          <p:cNvSpPr/>
          <p:nvPr>
            <p:custDataLst>
              <p:tags r:id="rId6"/>
            </p:custDataLst>
          </p:nvPr>
        </p:nvSpPr>
        <p:spPr>
          <a:xfrm>
            <a:off x="1691640" y="2060575"/>
            <a:ext cx="2192020" cy="683260"/>
          </a:xfrm>
          <a:prstGeom prst="rect">
            <a:avLst/>
          </a:prstGeom>
        </p:spPr>
        <p:txBody>
          <a:bodyPr wrap="square" bIns="46990" rtlCol="0" anchor="t">
            <a:normAutofit/>
          </a:bodyPr>
          <a:p>
            <a:pPr lvl="0" algn="l" fontAlgn="auto">
              <a:lnSpc>
                <a:spcPct val="130000"/>
              </a:lnSpc>
              <a:spcAft>
                <a:spcPts val="1000"/>
              </a:spcAft>
              <a:buClr>
                <a:srgbClr val="E24848"/>
              </a:buClr>
              <a:buSzTx/>
              <a:buFontTx/>
            </a:pPr>
            <a:r>
              <a:rPr lang="pt-PT" altLang="en-US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Nome: Doodle</a:t>
            </a:r>
            <a:endParaRPr lang="pt-PT" altLang="en-US">
              <a:solidFill>
                <a:schemeClr val="bg1">
                  <a:lumMod val="85000"/>
                </a:schemeClr>
              </a:solidFill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+mn-ea"/>
            </a:endParaRPr>
          </a:p>
        </p:txBody>
      </p:sp>
      <p:pic>
        <p:nvPicPr>
          <p:cNvPr id="99" name="图片 98" descr="343439383331313b343532303033313bd3a6d3c3c9ccb3c7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78890" y="2165985"/>
            <a:ext cx="294005" cy="294005"/>
          </a:xfrm>
          <a:prstGeom prst="rect">
            <a:avLst/>
          </a:prstGeom>
        </p:spPr>
      </p:pic>
      <p:sp>
        <p:nvSpPr>
          <p:cNvPr id="25" name="平行四边形 15"/>
          <p:cNvSpPr/>
          <p:nvPr>
            <p:custDataLst>
              <p:tags r:id="rId10"/>
            </p:custDataLst>
          </p:nvPr>
        </p:nvSpPr>
        <p:spPr>
          <a:xfrm rot="10800000">
            <a:off x="652780" y="3345815"/>
            <a:ext cx="4386580" cy="865505"/>
          </a:xfrm>
          <a:prstGeom prst="parallelogram">
            <a:avLst>
              <a:gd name="adj" fmla="val 68862"/>
            </a:avLst>
          </a:prstGeom>
          <a:solidFill>
            <a:schemeClr val="accent3">
              <a:alpha val="15000"/>
            </a:schemeClr>
          </a:solidFill>
          <a:ln w="38100">
            <a:gradFill>
              <a:gsLst>
                <a:gs pos="2000">
                  <a:schemeClr val="accent6">
                    <a:alpha val="0"/>
                  </a:schemeClr>
                </a:gs>
                <a:gs pos="50000">
                  <a:schemeClr val="accent6"/>
                </a:gs>
                <a:gs pos="100000">
                  <a:schemeClr val="accent6">
                    <a:alpha val="0"/>
                  </a:schemeClr>
                </a:gs>
              </a:gsLst>
              <a:lin ang="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solidFill>
                <a:schemeClr val="lt1"/>
              </a:solidFill>
              <a:cs typeface="Inter" panose="02000503000000020004" charset="0"/>
            </a:endParaRPr>
          </a:p>
        </p:txBody>
      </p:sp>
      <p:pic>
        <p:nvPicPr>
          <p:cNvPr id="100" name="图片 99" descr="343439383331313b343532303032343bb7a2b2bcb9dcc0ed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249680" y="3578225"/>
            <a:ext cx="353695" cy="353695"/>
          </a:xfrm>
          <a:prstGeom prst="rect">
            <a:avLst/>
          </a:prstGeom>
        </p:spPr>
      </p:pic>
      <p:sp>
        <p:nvSpPr>
          <p:cNvPr id="26" name="平行四边形 17"/>
          <p:cNvSpPr/>
          <p:nvPr>
            <p:custDataLst>
              <p:tags r:id="rId14"/>
            </p:custDataLst>
          </p:nvPr>
        </p:nvSpPr>
        <p:spPr>
          <a:xfrm rot="10800000">
            <a:off x="652145" y="4773295"/>
            <a:ext cx="4387215" cy="865505"/>
          </a:xfrm>
          <a:prstGeom prst="parallelogram">
            <a:avLst>
              <a:gd name="adj" fmla="val 68862"/>
            </a:avLst>
          </a:prstGeom>
          <a:solidFill>
            <a:schemeClr val="accent3">
              <a:alpha val="15000"/>
            </a:schemeClr>
          </a:solidFill>
          <a:ln w="38100">
            <a:gradFill>
              <a:gsLst>
                <a:gs pos="2000">
                  <a:schemeClr val="accent6">
                    <a:alpha val="0"/>
                  </a:schemeClr>
                </a:gs>
                <a:gs pos="50000">
                  <a:schemeClr val="accent6"/>
                </a:gs>
                <a:gs pos="100000">
                  <a:schemeClr val="accent6">
                    <a:alpha val="0"/>
                  </a:schemeClr>
                </a:gs>
              </a:gsLst>
              <a:lin ang="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97" name="Content Placeholder 2"/>
          <p:cNvSpPr/>
          <p:nvPr>
            <p:custDataLst>
              <p:tags r:id="rId15"/>
            </p:custDataLst>
          </p:nvPr>
        </p:nvSpPr>
        <p:spPr>
          <a:xfrm>
            <a:off x="1819275" y="3776345"/>
            <a:ext cx="3220720" cy="575310"/>
          </a:xfrm>
          <a:prstGeom prst="rect">
            <a:avLst/>
          </a:prstGeom>
        </p:spPr>
        <p:txBody>
          <a:bodyPr wrap="square" bIns="46990" rtlCol="0" anchor="t">
            <a:normAutofit/>
          </a:bodyPr>
          <a:p>
            <a:pPr lvl="0" algn="l">
              <a:lnSpc>
                <a:spcPct val="130000"/>
              </a:lnSpc>
              <a:spcAft>
                <a:spcPts val="1000"/>
              </a:spcAft>
              <a:buClr>
                <a:srgbClr val="E24848"/>
              </a:buClr>
              <a:buSzTx/>
              <a:buFontTx/>
            </a:pPr>
            <a:endParaRPr lang="pt-PT" altLang="en-US" sz="1200">
              <a:solidFill>
                <a:schemeClr val="bg1">
                  <a:lumMod val="85000"/>
                </a:schemeClr>
              </a:solidFill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+mn-ea"/>
            </a:endParaRPr>
          </a:p>
        </p:txBody>
      </p:sp>
      <p:sp>
        <p:nvSpPr>
          <p:cNvPr id="27" name="Content Placeholder 2"/>
          <p:cNvSpPr/>
          <p:nvPr>
            <p:custDataLst>
              <p:tags r:id="rId16"/>
            </p:custDataLst>
          </p:nvPr>
        </p:nvSpPr>
        <p:spPr>
          <a:xfrm>
            <a:off x="1772920" y="4773295"/>
            <a:ext cx="2910205" cy="908685"/>
          </a:xfrm>
          <a:prstGeom prst="rect">
            <a:avLst/>
          </a:prstGeom>
        </p:spPr>
        <p:txBody>
          <a:bodyPr wrap="square" bIns="46990" rtlCol="0" anchor="t">
            <a:noAutofit/>
          </a:bodyPr>
          <a:p>
            <a:pPr lvl="0" algn="l">
              <a:lnSpc>
                <a:spcPct val="130000"/>
              </a:lnSpc>
              <a:spcAft>
                <a:spcPts val="1000"/>
              </a:spcAft>
              <a:buClr>
                <a:srgbClr val="E24848"/>
              </a:buClr>
              <a:buSzTx/>
              <a:buFontTx/>
            </a:pPr>
            <a:r>
              <a:rPr lang="pt-PT" altLang="en-US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Público Alvo: Professores e Alunos</a:t>
            </a:r>
            <a:endParaRPr lang="pt-PT" altLang="en-US">
              <a:solidFill>
                <a:schemeClr val="bg1">
                  <a:lumMod val="85000"/>
                </a:schemeClr>
              </a:solidFill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+mn-ea"/>
            </a:endParaRPr>
          </a:p>
        </p:txBody>
      </p:sp>
      <p:pic>
        <p:nvPicPr>
          <p:cNvPr id="45" name="图片 27" descr="343439383331313b343532303032383bbfcdbba7b9dcc0ed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278890" y="5050155"/>
            <a:ext cx="360045" cy="360045"/>
          </a:xfrm>
          <a:prstGeom prst="rect">
            <a:avLst/>
          </a:prstGeom>
        </p:spPr>
      </p:pic>
      <p:sp>
        <p:nvSpPr>
          <p:cNvPr id="29" name="Content Placeholder 2"/>
          <p:cNvSpPr/>
          <p:nvPr>
            <p:custDataLst>
              <p:tags r:id="rId19"/>
            </p:custDataLst>
          </p:nvPr>
        </p:nvSpPr>
        <p:spPr>
          <a:xfrm>
            <a:off x="1638935" y="3433445"/>
            <a:ext cx="3347720" cy="908685"/>
          </a:xfrm>
          <a:prstGeom prst="rect">
            <a:avLst/>
          </a:prstGeom>
        </p:spPr>
        <p:txBody>
          <a:bodyPr wrap="square" bIns="46990" rtlCol="0" anchor="t">
            <a:noAutofit/>
          </a:bodyPr>
          <a:p>
            <a:pPr lvl="0" algn="l">
              <a:lnSpc>
                <a:spcPct val="130000"/>
              </a:lnSpc>
              <a:spcAft>
                <a:spcPts val="1000"/>
              </a:spcAft>
              <a:buClr>
                <a:srgbClr val="E24848"/>
              </a:buClr>
              <a:buSzTx/>
              <a:buFontTx/>
            </a:pPr>
            <a:r>
              <a:rPr lang="pt-PT" altLang="en-US" sz="160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Website: </a:t>
            </a:r>
            <a:r>
              <a:rPr lang="en-US" altLang="pt-PT" sz="160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Plataforma escolar acess</a:t>
            </a:r>
            <a:r>
              <a:rPr lang="en-US" altLang="en-US" sz="160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í</a:t>
            </a:r>
            <a:r>
              <a:rPr lang="en-US" altLang="pt-PT" sz="160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vel e organizada</a:t>
            </a:r>
            <a:r>
              <a:rPr lang="pt-PT" altLang="en-US" sz="160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 </a:t>
            </a:r>
            <a:endParaRPr lang="pt-PT" altLang="en-US" sz="1600">
              <a:solidFill>
                <a:schemeClr val="bg1">
                  <a:lumMod val="85000"/>
                </a:schemeClr>
              </a:solidFill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+mn-ea"/>
            </a:endParaRPr>
          </a:p>
        </p:txBody>
      </p:sp>
      <p:pic>
        <p:nvPicPr>
          <p:cNvPr id="54" name="Imagem 53" descr="Logo ipw"/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091555" y="793115"/>
            <a:ext cx="7089140" cy="10030460"/>
          </a:xfrm>
          <a:prstGeom prst="rect">
            <a:avLst/>
          </a:prstGeom>
        </p:spPr>
      </p:pic>
      <p:sp>
        <p:nvSpPr>
          <p:cNvPr id="91" name="TextBox 16"/>
          <p:cNvSpPr txBox="1"/>
          <p:nvPr/>
        </p:nvSpPr>
        <p:spPr>
          <a:xfrm>
            <a:off x="6356668" y="2185035"/>
            <a:ext cx="44030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pt-PT" altLang="zh-CN" sz="2000" spc="100" dirty="0">
                <a:solidFill>
                  <a:schemeClr val="accent1"/>
                </a:solidFill>
                <a:uFillTx/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Logo</a:t>
            </a:r>
            <a:endParaRPr lang="pt-PT" altLang="zh-CN" sz="2000" spc="100" dirty="0">
              <a:solidFill>
                <a:schemeClr val="accent1"/>
              </a:solidFill>
              <a:uFillTx/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+mn-ea"/>
            </a:endParaRPr>
          </a:p>
        </p:txBody>
      </p:sp>
      <p:sp>
        <p:nvSpPr>
          <p:cNvPr id="30" name="平行四边形 28"/>
          <p:cNvSpPr/>
          <p:nvPr>
            <p:custDataLst>
              <p:tags r:id="rId22"/>
            </p:custDataLst>
          </p:nvPr>
        </p:nvSpPr>
        <p:spPr>
          <a:xfrm rot="10800000" flipH="1">
            <a:off x="6888798" y="2099310"/>
            <a:ext cx="3338830" cy="509905"/>
          </a:xfrm>
          <a:prstGeom prst="parallelogram">
            <a:avLst>
              <a:gd name="adj" fmla="val 0"/>
            </a:avLst>
          </a:prstGeom>
          <a:noFill/>
          <a:ln w="41275">
            <a:gradFill>
              <a:gsLst>
                <a:gs pos="2000">
                  <a:schemeClr val="accent1">
                    <a:alpha val="0"/>
                  </a:schemeClr>
                </a:gs>
                <a:gs pos="5000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Inter" panose="02000503000000020004" charset="0"/>
            </a:endParaRPr>
          </a:p>
        </p:txBody>
      </p:sp>
    </p:spTree>
    <p:custDataLst>
      <p:tags r:id="rId2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4" descr="VCG2112800586751"/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 flipH="1">
            <a:off x="4445" y="0"/>
            <a:ext cx="12183110" cy="6858000"/>
          </a:xfrm>
          <a:prstGeom prst="rect">
            <a:avLst/>
          </a:prstGeom>
        </p:spPr>
      </p:pic>
      <p:sp>
        <p:nvSpPr>
          <p:cNvPr id="3" name="半闭框 54"/>
          <p:cNvSpPr/>
          <p:nvPr/>
        </p:nvSpPr>
        <p:spPr>
          <a:xfrm rot="10800000" flipH="1" flipV="1">
            <a:off x="411554" y="281181"/>
            <a:ext cx="336092" cy="336092"/>
          </a:xfrm>
          <a:prstGeom prst="halfFrame">
            <a:avLst>
              <a:gd name="adj1" fmla="val 11939"/>
              <a:gd name="adj2" fmla="val 13392"/>
            </a:avLst>
          </a:prstGeom>
          <a:gradFill>
            <a:gsLst>
              <a:gs pos="0">
                <a:schemeClr val="accent1"/>
              </a:gs>
              <a:gs pos="70000">
                <a:schemeClr val="accent6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Inter" panose="02000503000000020004" charset="0"/>
            </a:endParaRPr>
          </a:p>
        </p:txBody>
      </p:sp>
      <p:sp>
        <p:nvSpPr>
          <p:cNvPr id="5" name="半闭框 38"/>
          <p:cNvSpPr/>
          <p:nvPr/>
        </p:nvSpPr>
        <p:spPr>
          <a:xfrm flipH="1" flipV="1">
            <a:off x="11538024" y="6271771"/>
            <a:ext cx="336092" cy="336092"/>
          </a:xfrm>
          <a:prstGeom prst="halfFrame">
            <a:avLst>
              <a:gd name="adj1" fmla="val 11939"/>
              <a:gd name="adj2" fmla="val 13392"/>
            </a:avLst>
          </a:prstGeom>
          <a:gradFill>
            <a:gsLst>
              <a:gs pos="0">
                <a:schemeClr val="accent1"/>
              </a:gs>
              <a:gs pos="70000">
                <a:schemeClr val="accent6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Inter" panose="02000503000000020004" charset="0"/>
            </a:endParaRPr>
          </a:p>
        </p:txBody>
      </p:sp>
      <p:grpSp>
        <p:nvGrpSpPr>
          <p:cNvPr id="6" name="组合 26"/>
          <p:cNvGrpSpPr/>
          <p:nvPr/>
        </p:nvGrpSpPr>
        <p:grpSpPr>
          <a:xfrm>
            <a:off x="381000" y="2009140"/>
            <a:ext cx="11430635" cy="2839720"/>
            <a:chOff x="264" y="3164"/>
            <a:chExt cx="18001" cy="4472"/>
          </a:xfrm>
        </p:grpSpPr>
        <p:grpSp>
          <p:nvGrpSpPr>
            <p:cNvPr id="7" name="组合 24"/>
            <p:cNvGrpSpPr/>
            <p:nvPr/>
          </p:nvGrpSpPr>
          <p:grpSpPr>
            <a:xfrm>
              <a:off x="264" y="3395"/>
              <a:ext cx="3779" cy="4010"/>
              <a:chOff x="264" y="3729"/>
              <a:chExt cx="3779" cy="4010"/>
            </a:xfrm>
          </p:grpSpPr>
          <p:cxnSp>
            <p:nvCxnSpPr>
              <p:cNvPr id="9" name="直接连接符 15"/>
              <p:cNvCxnSpPr/>
              <p:nvPr/>
            </p:nvCxnSpPr>
            <p:spPr>
              <a:xfrm flipH="1">
                <a:off x="1271" y="3729"/>
                <a:ext cx="2773" cy="4010"/>
              </a:xfrm>
              <a:prstGeom prst="line">
                <a:avLst/>
              </a:prstGeom>
              <a:ln>
                <a:gradFill>
                  <a:gsLst>
                    <a:gs pos="29000">
                      <a:schemeClr val="accent1"/>
                    </a:gs>
                    <a:gs pos="100000">
                      <a:srgbClr val="0439D9">
                        <a:alpha val="0"/>
                      </a:srgbClr>
                    </a:gs>
                  </a:gsLst>
                  <a:lin ang="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直接连接符 16"/>
              <p:cNvCxnSpPr/>
              <p:nvPr/>
            </p:nvCxnSpPr>
            <p:spPr>
              <a:xfrm flipH="1">
                <a:off x="264" y="3729"/>
                <a:ext cx="2773" cy="4010"/>
              </a:xfrm>
              <a:prstGeom prst="line">
                <a:avLst/>
              </a:prstGeom>
              <a:ln>
                <a:gradFill>
                  <a:gsLst>
                    <a:gs pos="29000">
                      <a:schemeClr val="accent1"/>
                    </a:gs>
                    <a:gs pos="100000">
                      <a:srgbClr val="0439D9">
                        <a:alpha val="0"/>
                      </a:srgbClr>
                    </a:gs>
                  </a:gsLst>
                  <a:lin ang="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组合 23"/>
            <p:cNvGrpSpPr/>
            <p:nvPr/>
          </p:nvGrpSpPr>
          <p:grpSpPr>
            <a:xfrm>
              <a:off x="14486" y="3395"/>
              <a:ext cx="3779" cy="4010"/>
              <a:chOff x="14486" y="3395"/>
              <a:chExt cx="3779" cy="4010"/>
            </a:xfrm>
          </p:grpSpPr>
          <p:cxnSp>
            <p:nvCxnSpPr>
              <p:cNvPr id="12" name="直接连接符 20"/>
              <p:cNvCxnSpPr/>
              <p:nvPr/>
            </p:nvCxnSpPr>
            <p:spPr>
              <a:xfrm flipH="1">
                <a:off x="15493" y="3395"/>
                <a:ext cx="2773" cy="4010"/>
              </a:xfrm>
              <a:prstGeom prst="line">
                <a:avLst/>
              </a:prstGeom>
              <a:ln>
                <a:gradFill>
                  <a:gsLst>
                    <a:gs pos="29000">
                      <a:schemeClr val="accent6"/>
                    </a:gs>
                    <a:gs pos="100000">
                      <a:schemeClr val="accent6">
                        <a:alpha val="0"/>
                      </a:schemeClr>
                    </a:gs>
                  </a:gsLst>
                  <a:lin ang="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21"/>
              <p:cNvCxnSpPr/>
              <p:nvPr/>
            </p:nvCxnSpPr>
            <p:spPr>
              <a:xfrm flipH="1">
                <a:off x="14486" y="3395"/>
                <a:ext cx="2773" cy="4010"/>
              </a:xfrm>
              <a:prstGeom prst="line">
                <a:avLst/>
              </a:prstGeom>
              <a:ln>
                <a:gradFill>
                  <a:gsLst>
                    <a:gs pos="29000">
                      <a:schemeClr val="accent6"/>
                    </a:gs>
                    <a:gs pos="100000">
                      <a:schemeClr val="accent6">
                        <a:alpha val="0"/>
                      </a:schemeClr>
                    </a:gs>
                  </a:gsLst>
                  <a:lin ang="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" name="组合 25"/>
            <p:cNvGrpSpPr/>
            <p:nvPr/>
          </p:nvGrpSpPr>
          <p:grpSpPr>
            <a:xfrm>
              <a:off x="1999" y="3164"/>
              <a:ext cx="14378" cy="4472"/>
              <a:chOff x="1999" y="3283"/>
              <a:chExt cx="14378" cy="4472"/>
            </a:xfrm>
          </p:grpSpPr>
          <p:grpSp>
            <p:nvGrpSpPr>
              <p:cNvPr id="18" name="组合 3"/>
              <p:cNvGrpSpPr/>
              <p:nvPr/>
            </p:nvGrpSpPr>
            <p:grpSpPr>
              <a:xfrm>
                <a:off x="1999" y="3283"/>
                <a:ext cx="14378" cy="4472"/>
                <a:chOff x="3417" y="3934"/>
                <a:chExt cx="11388" cy="3542"/>
              </a:xfrm>
            </p:grpSpPr>
            <p:sp>
              <p:nvSpPr>
                <p:cNvPr id="19" name="平行四边形 63"/>
                <p:cNvSpPr/>
                <p:nvPr>
                  <p:custDataLst>
                    <p:tags r:id="rId2"/>
                  </p:custDataLst>
                </p:nvPr>
              </p:nvSpPr>
              <p:spPr>
                <a:xfrm rot="10800000">
                  <a:off x="4267" y="3934"/>
                  <a:ext cx="10538" cy="3119"/>
                </a:xfrm>
                <a:prstGeom prst="parallelogram">
                  <a:avLst>
                    <a:gd name="adj" fmla="val 68862"/>
                  </a:avLst>
                </a:prstGeom>
                <a:solidFill>
                  <a:schemeClr val="accent3">
                    <a:alpha val="15000"/>
                  </a:schemeClr>
                </a:solidFill>
                <a:ln w="38100">
                  <a:gradFill>
                    <a:gsLst>
                      <a:gs pos="2000">
                        <a:schemeClr val="accent6">
                          <a:alpha val="0"/>
                        </a:schemeClr>
                      </a:gs>
                      <a:gs pos="50000">
                        <a:schemeClr val="accent6"/>
                      </a:gs>
                      <a:gs pos="100000">
                        <a:schemeClr val="accent6">
                          <a:alpha val="0"/>
                        </a:schemeClr>
                      </a:gs>
                    </a:gsLst>
                    <a:lin ang="0" scaled="1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dirty="0">
                    <a:solidFill>
                      <a:schemeClr val="lt1"/>
                    </a:solidFill>
                    <a:cs typeface="Inter" panose="02000503000000020004" charset="0"/>
                  </a:endParaRPr>
                </a:p>
              </p:txBody>
            </p:sp>
            <p:sp>
              <p:nvSpPr>
                <p:cNvPr id="20" name="平行四边形 62"/>
                <p:cNvSpPr/>
                <p:nvPr>
                  <p:custDataLst>
                    <p:tags r:id="rId3"/>
                  </p:custDataLst>
                </p:nvPr>
              </p:nvSpPr>
              <p:spPr>
                <a:xfrm rot="10800000">
                  <a:off x="3417" y="4357"/>
                  <a:ext cx="10537" cy="3119"/>
                </a:xfrm>
                <a:prstGeom prst="parallelogram">
                  <a:avLst>
                    <a:gd name="adj" fmla="val 68862"/>
                  </a:avLst>
                </a:prstGeom>
                <a:noFill/>
                <a:ln w="41275">
                  <a:gradFill>
                    <a:gsLst>
                      <a:gs pos="2000">
                        <a:schemeClr val="accent1">
                          <a:alpha val="0"/>
                        </a:schemeClr>
                      </a:gs>
                      <a:gs pos="50000">
                        <a:schemeClr val="accent1"/>
                      </a:gs>
                      <a:gs pos="100000">
                        <a:schemeClr val="accent1">
                          <a:alpha val="0"/>
                        </a:schemeClr>
                      </a:gs>
                    </a:gsLst>
                    <a:lin ang="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chemeClr val="lt1"/>
                    </a:solidFill>
                    <a:cs typeface="Inter" panose="02000503000000020004" charset="0"/>
                  </a:endParaRPr>
                </a:p>
              </p:txBody>
            </p:sp>
          </p:grpSp>
          <p:sp>
            <p:nvSpPr>
              <p:cNvPr id="28" name="文本框 64"/>
              <p:cNvSpPr txBox="1"/>
              <p:nvPr/>
            </p:nvSpPr>
            <p:spPr>
              <a:xfrm flipH="1">
                <a:off x="6710" y="4555"/>
                <a:ext cx="8593" cy="13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pt-PT" altLang="zh-CN" sz="5000" i="1" cap="all" dirty="0">
                    <a:solidFill>
                      <a:schemeClr val="bg2"/>
                    </a:solidFill>
                    <a:uFillTx/>
                    <a:latin typeface="Inter Black" panose="02000503000000020004" charset="0"/>
                    <a:ea typeface="Inter Black" panose="02000503000000020004" charset="0"/>
                    <a:cs typeface="Inter" panose="02000503000000020004" charset="0"/>
                  </a:rPr>
                  <a:t>Projeto</a:t>
                </a:r>
                <a:endParaRPr lang="pt-PT" altLang="zh-CN" sz="5000" i="1" cap="all" dirty="0">
                  <a:solidFill>
                    <a:schemeClr val="bg2"/>
                  </a:solidFill>
                  <a:uFillTx/>
                  <a:latin typeface="Inter Black" panose="02000503000000020004" charset="0"/>
                  <a:ea typeface="Inter Black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29" name="文本框 7"/>
              <p:cNvSpPr txBox="1"/>
              <p:nvPr>
                <p:custDataLst>
                  <p:tags r:id="rId4"/>
                </p:custDataLst>
              </p:nvPr>
            </p:nvSpPr>
            <p:spPr>
              <a:xfrm flipH="1">
                <a:off x="3778" y="3998"/>
                <a:ext cx="3927" cy="29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1500" i="1" dirty="0">
                    <a:ln>
                      <a:solidFill>
                        <a:schemeClr val="bg1"/>
                      </a:solidFill>
                    </a:ln>
                    <a:noFill/>
                    <a:latin typeface="Inter Black" panose="02000503000000020004" charset="0"/>
                    <a:ea typeface="Inter Black" panose="02000503000000020004" charset="0"/>
                    <a:cs typeface="Inter" panose="02000503000000020004" charset="0"/>
                  </a:rPr>
                  <a:t>0</a:t>
                </a:r>
                <a:r>
                  <a:rPr lang="pt-PT" altLang="en-US" sz="11500" i="1" dirty="0">
                    <a:ln>
                      <a:solidFill>
                        <a:schemeClr val="bg1"/>
                      </a:solidFill>
                    </a:ln>
                    <a:noFill/>
                    <a:latin typeface="Inter Black" panose="02000503000000020004" charset="0"/>
                    <a:ea typeface="Inter Black" panose="02000503000000020004" charset="0"/>
                    <a:cs typeface="Inter" panose="02000503000000020004" charset="0"/>
                  </a:rPr>
                  <a:t>2</a:t>
                </a:r>
                <a:endParaRPr lang="pt-PT" altLang="en-US" sz="11500" i="1" dirty="0">
                  <a:ln>
                    <a:solidFill>
                      <a:schemeClr val="bg1"/>
                    </a:solidFill>
                  </a:ln>
                  <a:noFill/>
                  <a:latin typeface="Inter Black" panose="02000503000000020004" charset="0"/>
                  <a:ea typeface="Inter Black" panose="02000503000000020004" charset="0"/>
                  <a:cs typeface="Inter" panose="02000503000000020004" charset="0"/>
                </a:endParaRPr>
              </a:p>
            </p:txBody>
          </p:sp>
        </p:grpSp>
      </p:grpSp>
    </p:spTree>
    <p:custDataLst>
      <p:tags r:id="rId5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平行四边形 8"/>
          <p:cNvSpPr/>
          <p:nvPr>
            <p:custDataLst>
              <p:tags r:id="rId1"/>
            </p:custDataLst>
          </p:nvPr>
        </p:nvSpPr>
        <p:spPr>
          <a:xfrm rot="10800000" flipH="1">
            <a:off x="576580" y="1913890"/>
            <a:ext cx="4772025" cy="1298575"/>
          </a:xfrm>
          <a:prstGeom prst="parallelogram">
            <a:avLst>
              <a:gd name="adj" fmla="val 0"/>
            </a:avLst>
          </a:prstGeom>
          <a:solidFill>
            <a:schemeClr val="accent3">
              <a:alpha val="10000"/>
            </a:schemeClr>
          </a:solidFill>
          <a:ln w="41275">
            <a:gradFill>
              <a:gsLst>
                <a:gs pos="2000">
                  <a:schemeClr val="accent1">
                    <a:alpha val="0"/>
                  </a:schemeClr>
                </a:gs>
                <a:gs pos="5000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Inter" panose="02000503000000020004" charset="0"/>
            </a:endParaRPr>
          </a:p>
        </p:txBody>
      </p:sp>
      <p:pic>
        <p:nvPicPr>
          <p:cNvPr id="17" name="图片 16" descr="VCG2112800586751"/>
          <p:cNvPicPr>
            <a:picLocks noChangeAspect="1"/>
          </p:cNvPicPr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0" y="0"/>
            <a:ext cx="12183110" cy="6858000"/>
          </a:xfrm>
          <a:prstGeom prst="rect">
            <a:avLst/>
          </a:prstGeom>
        </p:spPr>
      </p:pic>
      <p:sp>
        <p:nvSpPr>
          <p:cNvPr id="139" name="任意多边形: 形状 138"/>
          <p:cNvSpPr/>
          <p:nvPr>
            <p:custDataLst>
              <p:tags r:id="rId3"/>
            </p:custDataLst>
          </p:nvPr>
        </p:nvSpPr>
        <p:spPr>
          <a:xfrm rot="10800000">
            <a:off x="307658" y="793115"/>
            <a:ext cx="11576685" cy="5765165"/>
          </a:xfrm>
          <a:custGeom>
            <a:avLst/>
            <a:gdLst>
              <a:gd name="connsiteX0" fmla="*/ 0 w 10858500"/>
              <a:gd name="connsiteY0" fmla="*/ 0 h 4680000"/>
              <a:gd name="connsiteX1" fmla="*/ 10858500 w 10858500"/>
              <a:gd name="connsiteY1" fmla="*/ 0 h 4680000"/>
              <a:gd name="connsiteX2" fmla="*/ 10858500 w 10858500"/>
              <a:gd name="connsiteY2" fmla="*/ 498804 h 4680000"/>
              <a:gd name="connsiteX3" fmla="*/ 10858498 w 10858500"/>
              <a:gd name="connsiteY3" fmla="*/ 498806 h 4680000"/>
              <a:gd name="connsiteX4" fmla="*/ 10858498 w 10858500"/>
              <a:gd name="connsiteY4" fmla="*/ 489916 h 4680000"/>
              <a:gd name="connsiteX5" fmla="*/ 10798658 w 10858500"/>
              <a:gd name="connsiteY5" fmla="*/ 545937 h 4680000"/>
              <a:gd name="connsiteX6" fmla="*/ 10798658 w 10858500"/>
              <a:gd name="connsiteY6" fmla="*/ 4134061 h 4680000"/>
              <a:gd name="connsiteX7" fmla="*/ 10858498 w 10858500"/>
              <a:gd name="connsiteY7" fmla="*/ 4190082 h 4680000"/>
              <a:gd name="connsiteX8" fmla="*/ 10858498 w 10858500"/>
              <a:gd name="connsiteY8" fmla="*/ 4179297 h 4680000"/>
              <a:gd name="connsiteX9" fmla="*/ 10858500 w 10858500"/>
              <a:gd name="connsiteY9" fmla="*/ 4179299 h 4680000"/>
              <a:gd name="connsiteX10" fmla="*/ 10858500 w 10858500"/>
              <a:gd name="connsiteY10" fmla="*/ 4680000 h 4680000"/>
              <a:gd name="connsiteX11" fmla="*/ 9082087 w 10858500"/>
              <a:gd name="connsiteY11" fmla="*/ 4680000 h 4680000"/>
              <a:gd name="connsiteX12" fmla="*/ 9036435 w 10858500"/>
              <a:gd name="connsiteY12" fmla="*/ 4637262 h 4680000"/>
              <a:gd name="connsiteX13" fmla="*/ 1835005 w 10858500"/>
              <a:gd name="connsiteY13" fmla="*/ 4637262 h 4680000"/>
              <a:gd name="connsiteX14" fmla="*/ 1789353 w 10858500"/>
              <a:gd name="connsiteY14" fmla="*/ 4680000 h 4680000"/>
              <a:gd name="connsiteX15" fmla="*/ 0 w 10858500"/>
              <a:gd name="connsiteY15" fmla="*/ 4680000 h 4680000"/>
              <a:gd name="connsiteX16" fmla="*/ 0 w 10858500"/>
              <a:gd name="connsiteY16" fmla="*/ 4190082 h 4680000"/>
              <a:gd name="connsiteX17" fmla="*/ 59840 w 10858500"/>
              <a:gd name="connsiteY17" fmla="*/ 4134061 h 4680000"/>
              <a:gd name="connsiteX18" fmla="*/ 59840 w 10858500"/>
              <a:gd name="connsiteY18" fmla="*/ 545937 h 4680000"/>
              <a:gd name="connsiteX19" fmla="*/ 0 w 10858500"/>
              <a:gd name="connsiteY19" fmla="*/ 489916 h 46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858500" h="4680000">
                <a:moveTo>
                  <a:pt x="0" y="0"/>
                </a:moveTo>
                <a:lnTo>
                  <a:pt x="10858500" y="0"/>
                </a:lnTo>
                <a:lnTo>
                  <a:pt x="10858500" y="498804"/>
                </a:lnTo>
                <a:lnTo>
                  <a:pt x="10858498" y="498806"/>
                </a:lnTo>
                <a:lnTo>
                  <a:pt x="10858498" y="489916"/>
                </a:lnTo>
                <a:lnTo>
                  <a:pt x="10798658" y="545937"/>
                </a:lnTo>
                <a:lnTo>
                  <a:pt x="10798658" y="4134061"/>
                </a:lnTo>
                <a:lnTo>
                  <a:pt x="10858498" y="4190082"/>
                </a:lnTo>
                <a:lnTo>
                  <a:pt x="10858498" y="4179297"/>
                </a:lnTo>
                <a:lnTo>
                  <a:pt x="10858500" y="4179299"/>
                </a:lnTo>
                <a:lnTo>
                  <a:pt x="10858500" y="4680000"/>
                </a:lnTo>
                <a:lnTo>
                  <a:pt x="9082087" y="4680000"/>
                </a:lnTo>
                <a:lnTo>
                  <a:pt x="9036435" y="4637262"/>
                </a:lnTo>
                <a:lnTo>
                  <a:pt x="1835005" y="4637262"/>
                </a:lnTo>
                <a:lnTo>
                  <a:pt x="1789353" y="4680000"/>
                </a:lnTo>
                <a:lnTo>
                  <a:pt x="0" y="4680000"/>
                </a:lnTo>
                <a:lnTo>
                  <a:pt x="0" y="4190082"/>
                </a:lnTo>
                <a:lnTo>
                  <a:pt x="59840" y="4134061"/>
                </a:lnTo>
                <a:lnTo>
                  <a:pt x="59840" y="545937"/>
                </a:lnTo>
                <a:lnTo>
                  <a:pt x="0" y="489916"/>
                </a:lnTo>
                <a:close/>
              </a:path>
            </a:pathLst>
          </a:custGeom>
          <a:noFill/>
          <a:ln w="31750">
            <a:gradFill>
              <a:gsLst>
                <a:gs pos="0">
                  <a:schemeClr val="accent6">
                    <a:alpha val="0"/>
                    <a:lumMod val="0"/>
                    <a:lumOff val="100000"/>
                  </a:schemeClr>
                </a:gs>
                <a:gs pos="50000">
                  <a:schemeClr val="accent6"/>
                </a:gs>
                <a:gs pos="100000">
                  <a:schemeClr val="accent6">
                    <a:alpha val="0"/>
                  </a:schemeClr>
                </a:gs>
              </a:gsLst>
              <a:lin ang="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ln>
                <a:gradFill>
                  <a:gsLst>
                    <a:gs pos="0">
                      <a:srgbClr val="FFFFFF"/>
                    </a:gs>
                    <a:gs pos="51000">
                      <a:srgbClr val="FFFFFF"/>
                    </a:gs>
                  </a:gsLst>
                  <a:lin ang="5400000" scaled="0"/>
                </a:gradFill>
              </a:ln>
              <a:solidFill>
                <a:schemeClr val="lt1"/>
              </a:solidFill>
              <a:cs typeface="Inter" panose="0200050300000002000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 rot="0">
            <a:off x="3374390" y="465455"/>
            <a:ext cx="878205" cy="196850"/>
            <a:chOff x="5272" y="688"/>
            <a:chExt cx="1383" cy="310"/>
          </a:xfrm>
        </p:grpSpPr>
        <p:sp>
          <p:nvSpPr>
            <p:cNvPr id="68" name="平行四边形 67"/>
            <p:cNvSpPr/>
            <p:nvPr/>
          </p:nvSpPr>
          <p:spPr>
            <a:xfrm flipV="1">
              <a:off x="6137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70" name="平行四边形 69"/>
            <p:cNvSpPr/>
            <p:nvPr/>
          </p:nvSpPr>
          <p:spPr>
            <a:xfrm flipV="1">
              <a:off x="5703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72" name="平行四边形 71"/>
            <p:cNvSpPr/>
            <p:nvPr/>
          </p:nvSpPr>
          <p:spPr>
            <a:xfrm flipV="1">
              <a:off x="5272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0" name="平行四边形 89"/>
            <p:cNvSpPr/>
            <p:nvPr/>
          </p:nvSpPr>
          <p:spPr>
            <a:xfrm flipV="1">
              <a:off x="6159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2" name="平行四边形 91"/>
            <p:cNvSpPr/>
            <p:nvPr/>
          </p:nvSpPr>
          <p:spPr>
            <a:xfrm flipV="1">
              <a:off x="5726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4" name="平行四边形 93"/>
            <p:cNvSpPr/>
            <p:nvPr/>
          </p:nvSpPr>
          <p:spPr>
            <a:xfrm flipV="1">
              <a:off x="5294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 rot="0" flipH="1">
            <a:off x="7940040" y="465455"/>
            <a:ext cx="878205" cy="196850"/>
            <a:chOff x="5272" y="688"/>
            <a:chExt cx="1383" cy="310"/>
          </a:xfrm>
        </p:grpSpPr>
        <p:sp>
          <p:nvSpPr>
            <p:cNvPr id="8" name="平行四边形 7"/>
            <p:cNvSpPr/>
            <p:nvPr/>
          </p:nvSpPr>
          <p:spPr>
            <a:xfrm flipV="1">
              <a:off x="6137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0" name="平行四边形 9"/>
            <p:cNvSpPr/>
            <p:nvPr/>
          </p:nvSpPr>
          <p:spPr>
            <a:xfrm flipV="1">
              <a:off x="5703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2" name="平行四边形 11"/>
            <p:cNvSpPr/>
            <p:nvPr/>
          </p:nvSpPr>
          <p:spPr>
            <a:xfrm flipV="1">
              <a:off x="5272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3" name="平行四边形 12"/>
            <p:cNvSpPr/>
            <p:nvPr/>
          </p:nvSpPr>
          <p:spPr>
            <a:xfrm flipV="1">
              <a:off x="6159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4" name="平行四边形 13"/>
            <p:cNvSpPr/>
            <p:nvPr/>
          </p:nvSpPr>
          <p:spPr>
            <a:xfrm flipV="1">
              <a:off x="5726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5" name="平行四边形 14"/>
            <p:cNvSpPr/>
            <p:nvPr/>
          </p:nvSpPr>
          <p:spPr>
            <a:xfrm flipV="1">
              <a:off x="5294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</p:grpSp>
      <p:sp>
        <p:nvSpPr>
          <p:cNvPr id="1105" name="COLUMN…"/>
          <p:cNvSpPr txBox="1"/>
          <p:nvPr/>
        </p:nvSpPr>
        <p:spPr>
          <a:xfrm>
            <a:off x="0" y="935990"/>
            <a:ext cx="12183110" cy="64516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p>
            <a:pPr algn="ctr">
              <a:defRPr sz="4400">
                <a:solidFill>
                  <a:srgbClr val="404040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rPr lang="pt-PT" altLang="zh-CN" sz="3600">
                <a:solidFill>
                  <a:schemeClr val="accent6"/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Inter Black" panose="02000503000000020004" charset="0"/>
              </a:rPr>
              <a:t>Visão Geral</a:t>
            </a:r>
            <a:endParaRPr lang="pt-PT" altLang="zh-CN" sz="3600">
              <a:solidFill>
                <a:schemeClr val="accent6"/>
              </a:solidFill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Inter Black" panose="02000503000000020004" charset="0"/>
            </a:endParaRPr>
          </a:p>
        </p:txBody>
      </p:sp>
      <p:sp>
        <p:nvSpPr>
          <p:cNvPr id="18" name="平行四边形 5"/>
          <p:cNvSpPr/>
          <p:nvPr>
            <p:custDataLst>
              <p:tags r:id="rId4"/>
            </p:custDataLst>
          </p:nvPr>
        </p:nvSpPr>
        <p:spPr>
          <a:xfrm rot="10800000" flipH="1">
            <a:off x="4427220" y="895985"/>
            <a:ext cx="3338830" cy="727710"/>
          </a:xfrm>
          <a:prstGeom prst="parallelogram">
            <a:avLst>
              <a:gd name="adj" fmla="val 0"/>
            </a:avLst>
          </a:prstGeom>
          <a:noFill/>
          <a:ln w="41275">
            <a:gradFill>
              <a:gsLst>
                <a:gs pos="2000">
                  <a:schemeClr val="accent1">
                    <a:alpha val="0"/>
                  </a:schemeClr>
                </a:gs>
                <a:gs pos="5000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16" name="Caixa de Texto 15"/>
          <p:cNvSpPr txBox="1"/>
          <p:nvPr/>
        </p:nvSpPr>
        <p:spPr>
          <a:xfrm>
            <a:off x="9525" y="197485"/>
            <a:ext cx="1218247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pt-PT" altLang="zh-CN" sz="4000" b="1">
                <a:solidFill>
                  <a:schemeClr val="bg1"/>
                </a:solidFill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  <a:sym typeface="+mn-ea"/>
              </a:rPr>
              <a:t>Projeto</a:t>
            </a:r>
            <a:endParaRPr lang="pt-PT" altLang="zh-CN" sz="4000" b="1">
              <a:solidFill>
                <a:schemeClr val="bg1"/>
              </a:solidFill>
              <a:latin typeface="Inter Black" panose="02000503000000020004" charset="0"/>
              <a:ea typeface="Inter Black" panose="02000503000000020004" charset="0"/>
              <a:cs typeface="Inter" panose="02000503000000020004" charset="0"/>
              <a:sym typeface="+mn-ea"/>
            </a:endParaRPr>
          </a:p>
        </p:txBody>
      </p:sp>
      <p:pic>
        <p:nvPicPr>
          <p:cNvPr id="99" name="图片 98" descr="343439383331313b343532303033313bd3a6d3c3c9ccb3c7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97255" y="2225040"/>
            <a:ext cx="294005" cy="294005"/>
          </a:xfrm>
          <a:prstGeom prst="rect">
            <a:avLst/>
          </a:prstGeom>
        </p:spPr>
      </p:pic>
      <p:sp>
        <p:nvSpPr>
          <p:cNvPr id="97" name="Content Placeholder 2"/>
          <p:cNvSpPr/>
          <p:nvPr>
            <p:custDataLst>
              <p:tags r:id="rId8"/>
            </p:custDataLst>
          </p:nvPr>
        </p:nvSpPr>
        <p:spPr>
          <a:xfrm>
            <a:off x="1819275" y="3776345"/>
            <a:ext cx="3220720" cy="575310"/>
          </a:xfrm>
          <a:prstGeom prst="rect">
            <a:avLst/>
          </a:prstGeom>
        </p:spPr>
        <p:txBody>
          <a:bodyPr wrap="square" bIns="46990" rtlCol="0" anchor="t">
            <a:normAutofit/>
          </a:bodyPr>
          <a:p>
            <a:pPr lvl="0" algn="l">
              <a:lnSpc>
                <a:spcPct val="130000"/>
              </a:lnSpc>
              <a:spcAft>
                <a:spcPts val="1000"/>
              </a:spcAft>
              <a:buClr>
                <a:srgbClr val="E24848"/>
              </a:buClr>
              <a:buSzTx/>
              <a:buFontTx/>
            </a:pPr>
            <a:endParaRPr lang="pt-PT" altLang="en-US" sz="1200">
              <a:solidFill>
                <a:schemeClr val="bg1">
                  <a:lumMod val="85000"/>
                </a:schemeClr>
              </a:solidFill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+mn-ea"/>
            </a:endParaRPr>
          </a:p>
        </p:txBody>
      </p:sp>
      <p:sp>
        <p:nvSpPr>
          <p:cNvPr id="27" name="Content Placeholder 2"/>
          <p:cNvSpPr/>
          <p:nvPr>
            <p:custDataLst>
              <p:tags r:id="rId9"/>
            </p:custDataLst>
          </p:nvPr>
        </p:nvSpPr>
        <p:spPr>
          <a:xfrm>
            <a:off x="1772920" y="5005070"/>
            <a:ext cx="2910205" cy="908685"/>
          </a:xfrm>
          <a:prstGeom prst="rect">
            <a:avLst/>
          </a:prstGeom>
        </p:spPr>
        <p:txBody>
          <a:bodyPr wrap="square" bIns="46990" rtlCol="0" anchor="t">
            <a:noAutofit/>
          </a:bodyPr>
          <a:p>
            <a:pPr lvl="0" algn="l">
              <a:lnSpc>
                <a:spcPct val="130000"/>
              </a:lnSpc>
              <a:spcAft>
                <a:spcPts val="1000"/>
              </a:spcAft>
              <a:buClr>
                <a:srgbClr val="E24848"/>
              </a:buClr>
              <a:buSzTx/>
              <a:buFontTx/>
            </a:pPr>
            <a:endParaRPr lang="pt-PT" altLang="en-US">
              <a:solidFill>
                <a:schemeClr val="bg1">
                  <a:lumMod val="85000"/>
                </a:schemeClr>
              </a:solidFill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+mn-ea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04205" y="1854200"/>
            <a:ext cx="5761355" cy="4305935"/>
          </a:xfrm>
          <a:prstGeom prst="rect">
            <a:avLst/>
          </a:prstGeom>
        </p:spPr>
      </p:pic>
      <p:sp>
        <p:nvSpPr>
          <p:cNvPr id="19" name="平行四边形 18"/>
          <p:cNvSpPr/>
          <p:nvPr>
            <p:custDataLst>
              <p:tags r:id="rId11"/>
            </p:custDataLst>
          </p:nvPr>
        </p:nvSpPr>
        <p:spPr>
          <a:xfrm rot="10800000">
            <a:off x="577215" y="3434715"/>
            <a:ext cx="4771390" cy="2648585"/>
          </a:xfrm>
          <a:prstGeom prst="parallelogram">
            <a:avLst>
              <a:gd name="adj" fmla="val 0"/>
            </a:avLst>
          </a:prstGeom>
          <a:solidFill>
            <a:schemeClr val="accent3">
              <a:alpha val="10000"/>
            </a:schemeClr>
          </a:solidFill>
          <a:ln w="38100">
            <a:gradFill>
              <a:gsLst>
                <a:gs pos="2000">
                  <a:schemeClr val="accent6">
                    <a:alpha val="0"/>
                  </a:schemeClr>
                </a:gs>
                <a:gs pos="50000">
                  <a:schemeClr val="accent6"/>
                </a:gs>
                <a:gs pos="100000">
                  <a:schemeClr val="accent6">
                    <a:alpha val="0"/>
                  </a:schemeClr>
                </a:gs>
              </a:gsLst>
              <a:lin ang="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6" name="Content Placeholder 2"/>
          <p:cNvSpPr/>
          <p:nvPr>
            <p:custDataLst>
              <p:tags r:id="rId12"/>
            </p:custDataLst>
          </p:nvPr>
        </p:nvSpPr>
        <p:spPr>
          <a:xfrm>
            <a:off x="1685925" y="2620010"/>
            <a:ext cx="3354070" cy="427990"/>
          </a:xfrm>
          <a:prstGeom prst="rect">
            <a:avLst/>
          </a:prstGeom>
        </p:spPr>
        <p:txBody>
          <a:bodyPr wrap="square" bIns="46990" rtlCol="0" anchor="t"/>
          <a:p>
            <a:pPr marL="285750" lvl="0" indent="-285750" algn="l" fontAlgn="auto">
              <a:lnSpc>
                <a:spcPct val="130000"/>
              </a:lnSpc>
              <a:spcAft>
                <a:spcPts val="1000"/>
              </a:spcAft>
              <a:buClr>
                <a:srgbClr val="FFFFFF"/>
              </a:buClr>
              <a:buSzTx/>
              <a:buFont typeface="Wingdings" panose="05000000000000000000" charset="0"/>
              <a:buChar char="Ø"/>
            </a:pPr>
            <a:r>
              <a:rPr lang="pt-PT" altLang="en-US" sz="140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G</a:t>
            </a:r>
            <a:r>
              <a:rPr lang="en-US" altLang="pt-PT" sz="140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est</a:t>
            </a:r>
            <a:r>
              <a:rPr lang="en-US" altLang="en-US" sz="140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ã</a:t>
            </a:r>
            <a:r>
              <a:rPr lang="en-US" altLang="pt-PT" sz="140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o de uma escola virtual</a:t>
            </a:r>
            <a:endParaRPr lang="en-US" altLang="pt-PT" sz="1400">
              <a:solidFill>
                <a:schemeClr val="bg1">
                  <a:lumMod val="85000"/>
                </a:schemeClr>
              </a:solidFill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+mn-ea"/>
            </a:endParaRPr>
          </a:p>
        </p:txBody>
      </p:sp>
      <p:sp>
        <p:nvSpPr>
          <p:cNvPr id="7" name="Content Placeholder 2"/>
          <p:cNvSpPr/>
          <p:nvPr>
            <p:custDataLst>
              <p:tags r:id="rId13"/>
            </p:custDataLst>
          </p:nvPr>
        </p:nvSpPr>
        <p:spPr>
          <a:xfrm>
            <a:off x="1229360" y="2096770"/>
            <a:ext cx="3354070" cy="903605"/>
          </a:xfrm>
          <a:prstGeom prst="rect">
            <a:avLst/>
          </a:prstGeom>
        </p:spPr>
        <p:txBody>
          <a:bodyPr wrap="square" bIns="46990" rtlCol="0" anchor="t">
            <a:normAutofit/>
          </a:bodyPr>
          <a:p>
            <a:pPr lvl="0" indent="0" algn="l" fontAlgn="auto">
              <a:lnSpc>
                <a:spcPct val="130000"/>
              </a:lnSpc>
              <a:spcAft>
                <a:spcPts val="1000"/>
              </a:spcAft>
              <a:buClr>
                <a:srgbClr val="FFFFFF"/>
              </a:buClr>
              <a:buSzTx/>
              <a:buFont typeface="Wingdings" panose="05000000000000000000" charset="0"/>
              <a:buNone/>
            </a:pPr>
            <a:r>
              <a:rPr lang="pt-PT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Objetivo Principal:</a:t>
            </a:r>
            <a:endParaRPr lang="pt-PT">
              <a:solidFill>
                <a:schemeClr val="bg1">
                  <a:lumMod val="85000"/>
                </a:schemeClr>
              </a:solidFill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+mn-ea"/>
            </a:endParaRPr>
          </a:p>
        </p:txBody>
      </p:sp>
      <p:sp>
        <p:nvSpPr>
          <p:cNvPr id="95" name="Content Placeholder 2"/>
          <p:cNvSpPr/>
          <p:nvPr>
            <p:custDataLst>
              <p:tags r:id="rId14"/>
            </p:custDataLst>
          </p:nvPr>
        </p:nvSpPr>
        <p:spPr>
          <a:xfrm>
            <a:off x="1450975" y="4192905"/>
            <a:ext cx="3668395" cy="1713230"/>
          </a:xfrm>
          <a:prstGeom prst="rect">
            <a:avLst/>
          </a:prstGeom>
        </p:spPr>
        <p:txBody>
          <a:bodyPr wrap="square" bIns="46990" rtlCol="0" anchor="t"/>
          <a:p>
            <a:pPr marL="285750" lvl="0" indent="-285750" algn="l" fontAlgn="auto">
              <a:lnSpc>
                <a:spcPct val="130000"/>
              </a:lnSpc>
              <a:spcAft>
                <a:spcPts val="1000"/>
              </a:spcAft>
              <a:buClr>
                <a:srgbClr val="FFFFFF"/>
              </a:buClr>
              <a:buSzTx/>
              <a:buFont typeface="Wingdings" panose="05000000000000000000" charset="0"/>
              <a:buChar char="Ø"/>
            </a:pPr>
            <a:r>
              <a:rPr lang="en-US" altLang="pt-PT" sz="140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Gest</a:t>
            </a:r>
            <a:r>
              <a:rPr lang="en-US" altLang="pt-PT" sz="140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ão de uma escola virtual</a:t>
            </a:r>
            <a:endParaRPr lang="en-US" altLang="pt-PT" sz="1400">
              <a:solidFill>
                <a:schemeClr val="bg1">
                  <a:lumMod val="85000"/>
                </a:schemeClr>
              </a:solidFill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+mn-ea"/>
            </a:endParaRPr>
          </a:p>
          <a:p>
            <a:pPr marL="285750" lvl="0" indent="-285750" algn="l" fontAlgn="auto">
              <a:lnSpc>
                <a:spcPct val="130000"/>
              </a:lnSpc>
              <a:spcAft>
                <a:spcPts val="1000"/>
              </a:spcAft>
              <a:buClr>
                <a:srgbClr val="FFFFFF"/>
              </a:buClr>
              <a:buSzTx/>
              <a:buFont typeface="Wingdings" panose="05000000000000000000" charset="0"/>
              <a:buChar char="Ø"/>
            </a:pPr>
            <a:r>
              <a:rPr lang="en-US" altLang="pt-PT" sz="140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Gestão de inscrições alunos</a:t>
            </a:r>
            <a:endParaRPr lang="en-US" altLang="pt-PT" sz="1400">
              <a:solidFill>
                <a:schemeClr val="bg1">
                  <a:lumMod val="85000"/>
                </a:schemeClr>
              </a:solidFill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+mn-ea"/>
            </a:endParaRPr>
          </a:p>
          <a:p>
            <a:pPr marL="285750" lvl="0" indent="-285750" algn="l" fontAlgn="auto">
              <a:lnSpc>
                <a:spcPct val="130000"/>
              </a:lnSpc>
              <a:spcAft>
                <a:spcPts val="1000"/>
              </a:spcAft>
              <a:buClr>
                <a:srgbClr val="FFFFFF"/>
              </a:buClr>
              <a:buSzTx/>
              <a:buFont typeface="Wingdings" panose="05000000000000000000" charset="0"/>
              <a:buChar char="Ø"/>
            </a:pPr>
            <a:r>
              <a:rPr lang="en-US" altLang="pt-PT" sz="140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Gestão de inscrições Professores</a:t>
            </a:r>
            <a:endParaRPr lang="en-US" altLang="pt-PT" sz="1400">
              <a:solidFill>
                <a:schemeClr val="bg1">
                  <a:lumMod val="85000"/>
                </a:schemeClr>
              </a:solidFill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+mn-ea"/>
            </a:endParaRPr>
          </a:p>
          <a:p>
            <a:pPr marL="285750" lvl="0" indent="-285750" algn="l" fontAlgn="auto">
              <a:lnSpc>
                <a:spcPct val="130000"/>
              </a:lnSpc>
              <a:spcAft>
                <a:spcPts val="1000"/>
              </a:spcAft>
              <a:buClr>
                <a:srgbClr val="FFFFFF"/>
              </a:buClr>
              <a:buSzTx/>
              <a:buFont typeface="Wingdings" panose="05000000000000000000" charset="0"/>
              <a:buChar char="Ø"/>
            </a:pPr>
            <a:r>
              <a:rPr lang="en-US" altLang="pt-PT" sz="140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Gestão de curso</a:t>
            </a:r>
            <a:endParaRPr lang="en-US" altLang="pt-PT" sz="1400">
              <a:solidFill>
                <a:schemeClr val="bg1">
                  <a:lumMod val="85000"/>
                </a:schemeClr>
              </a:solidFill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+mn-ea"/>
            </a:endParaRPr>
          </a:p>
        </p:txBody>
      </p:sp>
      <p:sp>
        <p:nvSpPr>
          <p:cNvPr id="11" name="Content Placeholder 2"/>
          <p:cNvSpPr/>
          <p:nvPr>
            <p:custDataLst>
              <p:tags r:id="rId15"/>
            </p:custDataLst>
          </p:nvPr>
        </p:nvSpPr>
        <p:spPr>
          <a:xfrm>
            <a:off x="1285240" y="3656965"/>
            <a:ext cx="3354070" cy="903605"/>
          </a:xfrm>
          <a:prstGeom prst="rect">
            <a:avLst/>
          </a:prstGeom>
        </p:spPr>
        <p:txBody>
          <a:bodyPr wrap="square" bIns="46990" rtlCol="0" anchor="t">
            <a:normAutofit/>
          </a:bodyPr>
          <a:p>
            <a:pPr lvl="0" indent="0" algn="l" fontAlgn="auto">
              <a:lnSpc>
                <a:spcPct val="130000"/>
              </a:lnSpc>
              <a:spcAft>
                <a:spcPts val="1000"/>
              </a:spcAft>
              <a:buClr>
                <a:srgbClr val="FFFFFF"/>
              </a:buClr>
              <a:buSzTx/>
              <a:buFont typeface="Wingdings" panose="05000000000000000000" charset="0"/>
              <a:buNone/>
            </a:pPr>
            <a:r>
              <a:rPr lang="pt-PT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Pretendido:</a:t>
            </a:r>
            <a:endParaRPr lang="pt-PT">
              <a:solidFill>
                <a:schemeClr val="bg1">
                  <a:lumMod val="85000"/>
                </a:schemeClr>
              </a:solidFill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+mn-ea"/>
            </a:endParaRPr>
          </a:p>
        </p:txBody>
      </p:sp>
      <p:pic>
        <p:nvPicPr>
          <p:cNvPr id="61" name="图片 60" descr="343435383036303b343532343135383bcfeec4bfd0adb5f7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58520" y="3714115"/>
            <a:ext cx="370840" cy="370840"/>
          </a:xfrm>
          <a:prstGeom prst="rect">
            <a:avLst/>
          </a:prstGeom>
        </p:spPr>
      </p:pic>
    </p:spTree>
    <p:custDataLst>
      <p:tags r:id="rId19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 descr="VCG2112800586751"/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0" y="0"/>
            <a:ext cx="12183110" cy="6858000"/>
          </a:xfrm>
          <a:prstGeom prst="rect">
            <a:avLst/>
          </a:prstGeom>
        </p:spPr>
      </p:pic>
      <p:sp>
        <p:nvSpPr>
          <p:cNvPr id="139" name="任意多边形: 形状 138"/>
          <p:cNvSpPr/>
          <p:nvPr>
            <p:custDataLst>
              <p:tags r:id="rId2"/>
            </p:custDataLst>
          </p:nvPr>
        </p:nvSpPr>
        <p:spPr>
          <a:xfrm rot="10800000">
            <a:off x="307658" y="793115"/>
            <a:ext cx="11576685" cy="5765165"/>
          </a:xfrm>
          <a:custGeom>
            <a:avLst/>
            <a:gdLst>
              <a:gd name="connsiteX0" fmla="*/ 0 w 10858500"/>
              <a:gd name="connsiteY0" fmla="*/ 0 h 4680000"/>
              <a:gd name="connsiteX1" fmla="*/ 10858500 w 10858500"/>
              <a:gd name="connsiteY1" fmla="*/ 0 h 4680000"/>
              <a:gd name="connsiteX2" fmla="*/ 10858500 w 10858500"/>
              <a:gd name="connsiteY2" fmla="*/ 498804 h 4680000"/>
              <a:gd name="connsiteX3" fmla="*/ 10858498 w 10858500"/>
              <a:gd name="connsiteY3" fmla="*/ 498806 h 4680000"/>
              <a:gd name="connsiteX4" fmla="*/ 10858498 w 10858500"/>
              <a:gd name="connsiteY4" fmla="*/ 489916 h 4680000"/>
              <a:gd name="connsiteX5" fmla="*/ 10798658 w 10858500"/>
              <a:gd name="connsiteY5" fmla="*/ 545937 h 4680000"/>
              <a:gd name="connsiteX6" fmla="*/ 10798658 w 10858500"/>
              <a:gd name="connsiteY6" fmla="*/ 4134061 h 4680000"/>
              <a:gd name="connsiteX7" fmla="*/ 10858498 w 10858500"/>
              <a:gd name="connsiteY7" fmla="*/ 4190082 h 4680000"/>
              <a:gd name="connsiteX8" fmla="*/ 10858498 w 10858500"/>
              <a:gd name="connsiteY8" fmla="*/ 4179297 h 4680000"/>
              <a:gd name="connsiteX9" fmla="*/ 10858500 w 10858500"/>
              <a:gd name="connsiteY9" fmla="*/ 4179299 h 4680000"/>
              <a:gd name="connsiteX10" fmla="*/ 10858500 w 10858500"/>
              <a:gd name="connsiteY10" fmla="*/ 4680000 h 4680000"/>
              <a:gd name="connsiteX11" fmla="*/ 9082087 w 10858500"/>
              <a:gd name="connsiteY11" fmla="*/ 4680000 h 4680000"/>
              <a:gd name="connsiteX12" fmla="*/ 9036435 w 10858500"/>
              <a:gd name="connsiteY12" fmla="*/ 4637262 h 4680000"/>
              <a:gd name="connsiteX13" fmla="*/ 1835005 w 10858500"/>
              <a:gd name="connsiteY13" fmla="*/ 4637262 h 4680000"/>
              <a:gd name="connsiteX14" fmla="*/ 1789353 w 10858500"/>
              <a:gd name="connsiteY14" fmla="*/ 4680000 h 4680000"/>
              <a:gd name="connsiteX15" fmla="*/ 0 w 10858500"/>
              <a:gd name="connsiteY15" fmla="*/ 4680000 h 4680000"/>
              <a:gd name="connsiteX16" fmla="*/ 0 w 10858500"/>
              <a:gd name="connsiteY16" fmla="*/ 4190082 h 4680000"/>
              <a:gd name="connsiteX17" fmla="*/ 59840 w 10858500"/>
              <a:gd name="connsiteY17" fmla="*/ 4134061 h 4680000"/>
              <a:gd name="connsiteX18" fmla="*/ 59840 w 10858500"/>
              <a:gd name="connsiteY18" fmla="*/ 545937 h 4680000"/>
              <a:gd name="connsiteX19" fmla="*/ 0 w 10858500"/>
              <a:gd name="connsiteY19" fmla="*/ 489916 h 46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858500" h="4680000">
                <a:moveTo>
                  <a:pt x="0" y="0"/>
                </a:moveTo>
                <a:lnTo>
                  <a:pt x="10858500" y="0"/>
                </a:lnTo>
                <a:lnTo>
                  <a:pt x="10858500" y="498804"/>
                </a:lnTo>
                <a:lnTo>
                  <a:pt x="10858498" y="498806"/>
                </a:lnTo>
                <a:lnTo>
                  <a:pt x="10858498" y="489916"/>
                </a:lnTo>
                <a:lnTo>
                  <a:pt x="10798658" y="545937"/>
                </a:lnTo>
                <a:lnTo>
                  <a:pt x="10798658" y="4134061"/>
                </a:lnTo>
                <a:lnTo>
                  <a:pt x="10858498" y="4190082"/>
                </a:lnTo>
                <a:lnTo>
                  <a:pt x="10858498" y="4179297"/>
                </a:lnTo>
                <a:lnTo>
                  <a:pt x="10858500" y="4179299"/>
                </a:lnTo>
                <a:lnTo>
                  <a:pt x="10858500" y="4680000"/>
                </a:lnTo>
                <a:lnTo>
                  <a:pt x="9082087" y="4680000"/>
                </a:lnTo>
                <a:lnTo>
                  <a:pt x="9036435" y="4637262"/>
                </a:lnTo>
                <a:lnTo>
                  <a:pt x="1835005" y="4637262"/>
                </a:lnTo>
                <a:lnTo>
                  <a:pt x="1789353" y="4680000"/>
                </a:lnTo>
                <a:lnTo>
                  <a:pt x="0" y="4680000"/>
                </a:lnTo>
                <a:lnTo>
                  <a:pt x="0" y="4190082"/>
                </a:lnTo>
                <a:lnTo>
                  <a:pt x="59840" y="4134061"/>
                </a:lnTo>
                <a:lnTo>
                  <a:pt x="59840" y="545937"/>
                </a:lnTo>
                <a:lnTo>
                  <a:pt x="0" y="489916"/>
                </a:lnTo>
                <a:close/>
              </a:path>
            </a:pathLst>
          </a:custGeom>
          <a:noFill/>
          <a:ln w="31750">
            <a:gradFill>
              <a:gsLst>
                <a:gs pos="0">
                  <a:schemeClr val="accent6">
                    <a:alpha val="0"/>
                    <a:lumMod val="0"/>
                    <a:lumOff val="100000"/>
                  </a:schemeClr>
                </a:gs>
                <a:gs pos="50000">
                  <a:schemeClr val="accent6"/>
                </a:gs>
                <a:gs pos="100000">
                  <a:schemeClr val="accent6">
                    <a:alpha val="0"/>
                  </a:schemeClr>
                </a:gs>
              </a:gsLst>
              <a:lin ang="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ln>
                <a:gradFill>
                  <a:gsLst>
                    <a:gs pos="0">
                      <a:srgbClr val="FFFFFF"/>
                    </a:gs>
                    <a:gs pos="51000">
                      <a:srgbClr val="FFFFFF"/>
                    </a:gs>
                  </a:gsLst>
                  <a:lin ang="5400000" scaled="0"/>
                </a:gradFill>
              </a:ln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7" name="平行四边形 6"/>
          <p:cNvSpPr/>
          <p:nvPr>
            <p:custDataLst>
              <p:tags r:id="rId3"/>
            </p:custDataLst>
          </p:nvPr>
        </p:nvSpPr>
        <p:spPr>
          <a:xfrm rot="10800000">
            <a:off x="380365" y="1623695"/>
            <a:ext cx="11504295" cy="4520565"/>
          </a:xfrm>
          <a:prstGeom prst="parallelogram">
            <a:avLst>
              <a:gd name="adj" fmla="val 0"/>
            </a:avLst>
          </a:prstGeom>
          <a:solidFill>
            <a:schemeClr val="accent3">
              <a:alpha val="10000"/>
            </a:schemeClr>
          </a:solidFill>
          <a:ln w="38100">
            <a:gradFill>
              <a:gsLst>
                <a:gs pos="2000">
                  <a:schemeClr val="accent6">
                    <a:alpha val="0"/>
                  </a:schemeClr>
                </a:gs>
                <a:gs pos="50000">
                  <a:schemeClr val="accent6"/>
                </a:gs>
                <a:gs pos="100000">
                  <a:schemeClr val="accent6">
                    <a:alpha val="0"/>
                  </a:schemeClr>
                </a:gs>
              </a:gsLst>
              <a:lin ang="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689985" y="86360"/>
            <a:ext cx="476821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pt-PT" altLang="zh-CN" sz="4000" b="1">
                <a:solidFill>
                  <a:schemeClr val="bg1"/>
                </a:solidFill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rPr>
              <a:t>Projeto</a:t>
            </a:r>
            <a:endParaRPr lang="pt-PT" altLang="zh-CN" sz="2400" b="1">
              <a:solidFill>
                <a:schemeClr val="bg1"/>
              </a:solidFill>
              <a:latin typeface="Inter Black" panose="02000503000000020004" charset="0"/>
              <a:ea typeface="Inter Black" panose="02000503000000020004" charset="0"/>
              <a:cs typeface="Inter" panose="0200050300000002000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 rot="0">
            <a:off x="3374390" y="465455"/>
            <a:ext cx="878205" cy="196850"/>
            <a:chOff x="5272" y="688"/>
            <a:chExt cx="1383" cy="310"/>
          </a:xfrm>
        </p:grpSpPr>
        <p:sp>
          <p:nvSpPr>
            <p:cNvPr id="68" name="平行四边形 67"/>
            <p:cNvSpPr/>
            <p:nvPr/>
          </p:nvSpPr>
          <p:spPr>
            <a:xfrm flipV="1">
              <a:off x="6137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70" name="平行四边形 69"/>
            <p:cNvSpPr/>
            <p:nvPr/>
          </p:nvSpPr>
          <p:spPr>
            <a:xfrm flipV="1">
              <a:off x="5703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72" name="平行四边形 71"/>
            <p:cNvSpPr/>
            <p:nvPr/>
          </p:nvSpPr>
          <p:spPr>
            <a:xfrm flipV="1">
              <a:off x="5272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0" name="平行四边形 89"/>
            <p:cNvSpPr/>
            <p:nvPr/>
          </p:nvSpPr>
          <p:spPr>
            <a:xfrm flipV="1">
              <a:off x="6159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2" name="平行四边形 91"/>
            <p:cNvSpPr/>
            <p:nvPr/>
          </p:nvSpPr>
          <p:spPr>
            <a:xfrm flipV="1">
              <a:off x="5726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4" name="平行四边形 93"/>
            <p:cNvSpPr/>
            <p:nvPr/>
          </p:nvSpPr>
          <p:spPr>
            <a:xfrm flipV="1">
              <a:off x="5294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 rot="0" flipH="1">
            <a:off x="7940040" y="465455"/>
            <a:ext cx="878205" cy="196850"/>
            <a:chOff x="5272" y="688"/>
            <a:chExt cx="1383" cy="310"/>
          </a:xfrm>
        </p:grpSpPr>
        <p:sp>
          <p:nvSpPr>
            <p:cNvPr id="8" name="平行四边形 7"/>
            <p:cNvSpPr/>
            <p:nvPr/>
          </p:nvSpPr>
          <p:spPr>
            <a:xfrm flipV="1">
              <a:off x="6137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0" name="平行四边形 9"/>
            <p:cNvSpPr/>
            <p:nvPr/>
          </p:nvSpPr>
          <p:spPr>
            <a:xfrm flipV="1">
              <a:off x="5703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2" name="平行四边形 11"/>
            <p:cNvSpPr/>
            <p:nvPr/>
          </p:nvSpPr>
          <p:spPr>
            <a:xfrm flipV="1">
              <a:off x="5272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3" name="平行四边形 12"/>
            <p:cNvSpPr/>
            <p:nvPr/>
          </p:nvSpPr>
          <p:spPr>
            <a:xfrm flipV="1">
              <a:off x="6159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4" name="平行四边形 13"/>
            <p:cNvSpPr/>
            <p:nvPr/>
          </p:nvSpPr>
          <p:spPr>
            <a:xfrm flipV="1">
              <a:off x="5726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5" name="平行四边形 14"/>
            <p:cNvSpPr/>
            <p:nvPr/>
          </p:nvSpPr>
          <p:spPr>
            <a:xfrm flipV="1">
              <a:off x="5294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</p:grpSp>
      <p:sp>
        <p:nvSpPr>
          <p:cNvPr id="1105" name="COLUMN…"/>
          <p:cNvSpPr txBox="1"/>
          <p:nvPr/>
        </p:nvSpPr>
        <p:spPr>
          <a:xfrm>
            <a:off x="0" y="935990"/>
            <a:ext cx="12183110" cy="64516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p>
            <a:pPr algn="ctr">
              <a:defRPr sz="4400">
                <a:solidFill>
                  <a:srgbClr val="404040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rPr lang="en-US" altLang="pt-PT" sz="3600">
                <a:solidFill>
                  <a:schemeClr val="accent6"/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Inter Black" panose="02000503000000020004" charset="0"/>
              </a:rPr>
              <a:t>Ferramentas Usadas</a:t>
            </a:r>
            <a:endParaRPr lang="en-US" altLang="pt-PT" sz="3600">
              <a:solidFill>
                <a:schemeClr val="accent6"/>
              </a:solidFill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Inter Black" panose="02000503000000020004" charset="0"/>
            </a:endParaRPr>
          </a:p>
        </p:txBody>
      </p:sp>
      <p:sp>
        <p:nvSpPr>
          <p:cNvPr id="18" name="平行四边形 5"/>
          <p:cNvSpPr/>
          <p:nvPr>
            <p:custDataLst>
              <p:tags r:id="rId4"/>
            </p:custDataLst>
          </p:nvPr>
        </p:nvSpPr>
        <p:spPr>
          <a:xfrm rot="10800000" flipH="1">
            <a:off x="4427220" y="895985"/>
            <a:ext cx="3338830" cy="727710"/>
          </a:xfrm>
          <a:prstGeom prst="parallelogram">
            <a:avLst>
              <a:gd name="adj" fmla="val 0"/>
            </a:avLst>
          </a:prstGeom>
          <a:noFill/>
          <a:ln w="41275">
            <a:gradFill>
              <a:gsLst>
                <a:gs pos="2000">
                  <a:schemeClr val="accent1">
                    <a:alpha val="0"/>
                  </a:schemeClr>
                </a:gs>
                <a:gs pos="5000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6" name="平行四边形 6"/>
          <p:cNvSpPr/>
          <p:nvPr>
            <p:custDataLst>
              <p:tags r:id="rId5"/>
            </p:custDataLst>
          </p:nvPr>
        </p:nvSpPr>
        <p:spPr>
          <a:xfrm rot="10800000">
            <a:off x="6996430" y="1977390"/>
            <a:ext cx="4386580" cy="865505"/>
          </a:xfrm>
          <a:prstGeom prst="parallelogram">
            <a:avLst>
              <a:gd name="adj" fmla="val 68862"/>
            </a:avLst>
          </a:prstGeom>
          <a:solidFill>
            <a:schemeClr val="accent3">
              <a:alpha val="15000"/>
            </a:schemeClr>
          </a:solidFill>
          <a:ln w="38100">
            <a:gradFill>
              <a:gsLst>
                <a:gs pos="2000">
                  <a:schemeClr val="accent6">
                    <a:alpha val="0"/>
                  </a:schemeClr>
                </a:gs>
                <a:gs pos="50000">
                  <a:schemeClr val="accent6"/>
                </a:gs>
                <a:gs pos="100000">
                  <a:schemeClr val="accent6">
                    <a:alpha val="0"/>
                  </a:schemeClr>
                </a:gs>
              </a:gsLst>
              <a:lin ang="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96" name="Content Placeholder 2"/>
          <p:cNvSpPr/>
          <p:nvPr>
            <p:custDataLst>
              <p:tags r:id="rId6"/>
            </p:custDataLst>
          </p:nvPr>
        </p:nvSpPr>
        <p:spPr>
          <a:xfrm>
            <a:off x="8268970" y="2126615"/>
            <a:ext cx="1934845" cy="454660"/>
          </a:xfrm>
          <a:prstGeom prst="rect">
            <a:avLst/>
          </a:prstGeom>
        </p:spPr>
        <p:txBody>
          <a:bodyPr wrap="square" bIns="46990" rtlCol="0" anchor="t">
            <a:noAutofit/>
          </a:bodyPr>
          <a:p>
            <a:pPr lvl="0" algn="l">
              <a:lnSpc>
                <a:spcPct val="130000"/>
              </a:lnSpc>
              <a:spcAft>
                <a:spcPts val="1000"/>
              </a:spcAft>
              <a:buClr>
                <a:srgbClr val="E24848"/>
              </a:buClr>
              <a:buSzTx/>
              <a:buFontTx/>
            </a:pPr>
            <a:r>
              <a:rPr lang="pt-PT" altLang="en-US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Base De Dados</a:t>
            </a:r>
            <a:endParaRPr lang="pt-PT" altLang="en-US">
              <a:solidFill>
                <a:schemeClr val="bg1">
                  <a:lumMod val="85000"/>
                </a:schemeClr>
              </a:solidFill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+mn-ea"/>
            </a:endParaRPr>
          </a:p>
        </p:txBody>
      </p:sp>
      <p:pic>
        <p:nvPicPr>
          <p:cNvPr id="100" name="图片 99" descr="343439383331313b343532303032343bb7a2b2bcb9dcc0ed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599680" y="2227580"/>
            <a:ext cx="353695" cy="353695"/>
          </a:xfrm>
          <a:prstGeom prst="rect">
            <a:avLst/>
          </a:prstGeom>
        </p:spPr>
      </p:pic>
      <p:sp>
        <p:nvSpPr>
          <p:cNvPr id="26" name="平行四边形 17"/>
          <p:cNvSpPr/>
          <p:nvPr>
            <p:custDataLst>
              <p:tags r:id="rId10"/>
            </p:custDataLst>
          </p:nvPr>
        </p:nvSpPr>
        <p:spPr>
          <a:xfrm rot="10800000">
            <a:off x="671830" y="1971675"/>
            <a:ext cx="4824095" cy="865505"/>
          </a:xfrm>
          <a:prstGeom prst="parallelogram">
            <a:avLst>
              <a:gd name="adj" fmla="val 68862"/>
            </a:avLst>
          </a:prstGeom>
          <a:solidFill>
            <a:schemeClr val="accent3">
              <a:alpha val="15000"/>
            </a:schemeClr>
          </a:solidFill>
          <a:ln w="38100">
            <a:gradFill>
              <a:gsLst>
                <a:gs pos="2000">
                  <a:schemeClr val="accent6">
                    <a:alpha val="0"/>
                  </a:schemeClr>
                </a:gs>
                <a:gs pos="50000">
                  <a:schemeClr val="accent6"/>
                </a:gs>
                <a:gs pos="100000">
                  <a:schemeClr val="accent6">
                    <a:alpha val="0"/>
                  </a:schemeClr>
                </a:gs>
              </a:gsLst>
              <a:lin ang="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97" name="Content Placeholder 2"/>
          <p:cNvSpPr/>
          <p:nvPr>
            <p:custDataLst>
              <p:tags r:id="rId11"/>
            </p:custDataLst>
          </p:nvPr>
        </p:nvSpPr>
        <p:spPr>
          <a:xfrm>
            <a:off x="1819275" y="3946525"/>
            <a:ext cx="3220720" cy="575310"/>
          </a:xfrm>
          <a:prstGeom prst="rect">
            <a:avLst/>
          </a:prstGeom>
        </p:spPr>
        <p:txBody>
          <a:bodyPr wrap="square" bIns="46990" rtlCol="0" anchor="t">
            <a:normAutofit/>
          </a:bodyPr>
          <a:p>
            <a:pPr lvl="0" algn="l">
              <a:lnSpc>
                <a:spcPct val="130000"/>
              </a:lnSpc>
              <a:spcAft>
                <a:spcPts val="1000"/>
              </a:spcAft>
              <a:buClr>
                <a:srgbClr val="E24848"/>
              </a:buClr>
              <a:buSzTx/>
              <a:buFontTx/>
            </a:pPr>
            <a:endParaRPr lang="pt-PT" altLang="en-US" sz="1200">
              <a:solidFill>
                <a:schemeClr val="bg1">
                  <a:lumMod val="85000"/>
                </a:schemeClr>
              </a:solidFill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+mn-ea"/>
            </a:endParaRPr>
          </a:p>
        </p:txBody>
      </p:sp>
      <p:pic>
        <p:nvPicPr>
          <p:cNvPr id="101" name="图片 100" descr="343439383331313b343532303032333bc6f3d2b5bcf2bde9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218565" y="2230755"/>
            <a:ext cx="393700" cy="304800"/>
          </a:xfrm>
          <a:prstGeom prst="rect">
            <a:avLst/>
          </a:prstGeom>
        </p:spPr>
      </p:pic>
      <p:sp>
        <p:nvSpPr>
          <p:cNvPr id="27" name="Content Placeholder 2"/>
          <p:cNvSpPr/>
          <p:nvPr>
            <p:custDataLst>
              <p:tags r:id="rId15"/>
            </p:custDataLst>
          </p:nvPr>
        </p:nvSpPr>
        <p:spPr>
          <a:xfrm>
            <a:off x="1612265" y="2122805"/>
            <a:ext cx="3771265" cy="563880"/>
          </a:xfrm>
          <a:prstGeom prst="rect">
            <a:avLst/>
          </a:prstGeom>
        </p:spPr>
        <p:txBody>
          <a:bodyPr wrap="square" bIns="46990" rtlCol="0" anchor="t">
            <a:noAutofit/>
          </a:bodyPr>
          <a:p>
            <a:pPr lvl="0" algn="l">
              <a:lnSpc>
                <a:spcPct val="130000"/>
              </a:lnSpc>
              <a:spcAft>
                <a:spcPts val="1000"/>
              </a:spcAft>
              <a:buClr>
                <a:srgbClr val="E24848"/>
              </a:buClr>
              <a:buSzTx/>
              <a:buFontTx/>
            </a:pPr>
            <a:r>
              <a:rPr lang="pt-PT" altLang="en-US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Main Ide: Visual Studio Code</a:t>
            </a:r>
            <a:endParaRPr lang="pt-PT" altLang="en-US">
              <a:solidFill>
                <a:schemeClr val="bg1">
                  <a:lumMod val="85000"/>
                </a:schemeClr>
              </a:solidFill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+mn-ea"/>
            </a:endParaRPr>
          </a:p>
        </p:txBody>
      </p:sp>
      <p:sp>
        <p:nvSpPr>
          <p:cNvPr id="30" name="平行四边形 17"/>
          <p:cNvSpPr/>
          <p:nvPr>
            <p:custDataLst>
              <p:tags r:id="rId16"/>
            </p:custDataLst>
          </p:nvPr>
        </p:nvSpPr>
        <p:spPr>
          <a:xfrm rot="10800000">
            <a:off x="390525" y="3794760"/>
            <a:ext cx="2431415" cy="865505"/>
          </a:xfrm>
          <a:prstGeom prst="parallelogram">
            <a:avLst>
              <a:gd name="adj" fmla="val 68862"/>
            </a:avLst>
          </a:prstGeom>
          <a:solidFill>
            <a:schemeClr val="accent3">
              <a:alpha val="15000"/>
            </a:schemeClr>
          </a:solidFill>
          <a:ln w="38100">
            <a:gradFill>
              <a:gsLst>
                <a:gs pos="2000">
                  <a:schemeClr val="accent6">
                    <a:alpha val="0"/>
                  </a:schemeClr>
                </a:gs>
                <a:gs pos="50000">
                  <a:schemeClr val="accent6"/>
                </a:gs>
                <a:gs pos="100000">
                  <a:schemeClr val="accent6">
                    <a:alpha val="0"/>
                  </a:schemeClr>
                </a:gs>
              </a:gsLst>
              <a:lin ang="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solidFill>
                <a:schemeClr val="lt1"/>
              </a:solidFill>
              <a:cs typeface="Inter" panose="02000503000000020004" charset="0"/>
            </a:endParaRPr>
          </a:p>
        </p:txBody>
      </p:sp>
      <p:pic>
        <p:nvPicPr>
          <p:cNvPr id="31" name="图片 100" descr="343439383331313b343532303032333bc6f3d2b5bcf2bde9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37260" y="4044950"/>
            <a:ext cx="393700" cy="304800"/>
          </a:xfrm>
          <a:prstGeom prst="rect">
            <a:avLst/>
          </a:prstGeom>
        </p:spPr>
      </p:pic>
      <p:sp>
        <p:nvSpPr>
          <p:cNvPr id="32" name="Content Placeholder 2"/>
          <p:cNvSpPr/>
          <p:nvPr>
            <p:custDataLst>
              <p:tags r:id="rId18"/>
            </p:custDataLst>
          </p:nvPr>
        </p:nvSpPr>
        <p:spPr>
          <a:xfrm>
            <a:off x="1425575" y="3975735"/>
            <a:ext cx="892810" cy="563880"/>
          </a:xfrm>
          <a:prstGeom prst="rect">
            <a:avLst/>
          </a:prstGeom>
        </p:spPr>
        <p:txBody>
          <a:bodyPr wrap="square" bIns="46990" rtlCol="0" anchor="t">
            <a:noAutofit/>
          </a:bodyPr>
          <a:p>
            <a:pPr lvl="0" algn="l">
              <a:lnSpc>
                <a:spcPct val="130000"/>
              </a:lnSpc>
              <a:spcAft>
                <a:spcPts val="1000"/>
              </a:spcAft>
              <a:buClr>
                <a:srgbClr val="E24848"/>
              </a:buClr>
              <a:buSzTx/>
              <a:buFontTx/>
            </a:pPr>
            <a:r>
              <a:rPr lang="pt-PT" altLang="en-US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HTML</a:t>
            </a:r>
            <a:endParaRPr lang="pt-PT" altLang="en-US">
              <a:solidFill>
                <a:schemeClr val="bg1">
                  <a:lumMod val="85000"/>
                </a:schemeClr>
              </a:solidFill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+mn-ea"/>
            </a:endParaRPr>
          </a:p>
        </p:txBody>
      </p:sp>
      <p:sp>
        <p:nvSpPr>
          <p:cNvPr id="36" name="平行四边形 17"/>
          <p:cNvSpPr/>
          <p:nvPr>
            <p:custDataLst>
              <p:tags r:id="rId19"/>
            </p:custDataLst>
          </p:nvPr>
        </p:nvSpPr>
        <p:spPr>
          <a:xfrm rot="10800000">
            <a:off x="3315335" y="3801110"/>
            <a:ext cx="2431415" cy="865505"/>
          </a:xfrm>
          <a:prstGeom prst="parallelogram">
            <a:avLst>
              <a:gd name="adj" fmla="val 68862"/>
            </a:avLst>
          </a:prstGeom>
          <a:solidFill>
            <a:schemeClr val="accent3">
              <a:alpha val="15000"/>
            </a:schemeClr>
          </a:solidFill>
          <a:ln w="38100">
            <a:gradFill>
              <a:gsLst>
                <a:gs pos="2000">
                  <a:schemeClr val="accent6">
                    <a:alpha val="0"/>
                  </a:schemeClr>
                </a:gs>
                <a:gs pos="50000">
                  <a:schemeClr val="accent6"/>
                </a:gs>
                <a:gs pos="100000">
                  <a:schemeClr val="accent6">
                    <a:alpha val="0"/>
                  </a:schemeClr>
                </a:gs>
              </a:gsLst>
              <a:lin ang="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solidFill>
                <a:schemeClr val="lt1"/>
              </a:solidFill>
              <a:cs typeface="Inter" panose="02000503000000020004" charset="0"/>
            </a:endParaRPr>
          </a:p>
        </p:txBody>
      </p:sp>
      <p:pic>
        <p:nvPicPr>
          <p:cNvPr id="40" name="图片 100" descr="343439383331313b343532303032333bc6f3d2b5bcf2bde9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862070" y="4051300"/>
            <a:ext cx="393700" cy="304800"/>
          </a:xfrm>
          <a:prstGeom prst="rect">
            <a:avLst/>
          </a:prstGeom>
        </p:spPr>
      </p:pic>
      <p:sp>
        <p:nvSpPr>
          <p:cNvPr id="43" name="Content Placeholder 2"/>
          <p:cNvSpPr/>
          <p:nvPr>
            <p:custDataLst>
              <p:tags r:id="rId21"/>
            </p:custDataLst>
          </p:nvPr>
        </p:nvSpPr>
        <p:spPr>
          <a:xfrm>
            <a:off x="4350385" y="3982085"/>
            <a:ext cx="892810" cy="563880"/>
          </a:xfrm>
          <a:prstGeom prst="rect">
            <a:avLst/>
          </a:prstGeom>
        </p:spPr>
        <p:txBody>
          <a:bodyPr wrap="square" bIns="46990" rtlCol="0" anchor="t">
            <a:noAutofit/>
          </a:bodyPr>
          <a:p>
            <a:pPr lvl="0" algn="l">
              <a:lnSpc>
                <a:spcPct val="130000"/>
              </a:lnSpc>
              <a:spcAft>
                <a:spcPts val="1000"/>
              </a:spcAft>
              <a:buClr>
                <a:srgbClr val="E24848"/>
              </a:buClr>
              <a:buSzTx/>
              <a:buFontTx/>
            </a:pPr>
            <a:r>
              <a:rPr lang="pt-PT" altLang="en-US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CSS</a:t>
            </a:r>
            <a:endParaRPr lang="pt-PT" altLang="en-US">
              <a:solidFill>
                <a:schemeClr val="bg1">
                  <a:lumMod val="85000"/>
                </a:schemeClr>
              </a:solidFill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+mn-ea"/>
            </a:endParaRPr>
          </a:p>
        </p:txBody>
      </p:sp>
      <p:sp>
        <p:nvSpPr>
          <p:cNvPr id="44" name="平行四边形 17"/>
          <p:cNvSpPr/>
          <p:nvPr>
            <p:custDataLst>
              <p:tags r:id="rId22"/>
            </p:custDataLst>
          </p:nvPr>
        </p:nvSpPr>
        <p:spPr>
          <a:xfrm rot="10800000">
            <a:off x="671830" y="4973955"/>
            <a:ext cx="2935605" cy="865505"/>
          </a:xfrm>
          <a:prstGeom prst="parallelogram">
            <a:avLst>
              <a:gd name="adj" fmla="val 68862"/>
            </a:avLst>
          </a:prstGeom>
          <a:solidFill>
            <a:schemeClr val="accent3">
              <a:alpha val="15000"/>
            </a:schemeClr>
          </a:solidFill>
          <a:ln w="38100">
            <a:gradFill>
              <a:gsLst>
                <a:gs pos="2000">
                  <a:schemeClr val="accent6">
                    <a:alpha val="0"/>
                  </a:schemeClr>
                </a:gs>
                <a:gs pos="50000">
                  <a:schemeClr val="accent6"/>
                </a:gs>
                <a:gs pos="100000">
                  <a:schemeClr val="accent6">
                    <a:alpha val="0"/>
                  </a:schemeClr>
                </a:gs>
              </a:gsLst>
              <a:lin ang="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solidFill>
                <a:schemeClr val="lt1"/>
              </a:solidFill>
              <a:cs typeface="Inter" panose="02000503000000020004" charset="0"/>
            </a:endParaRPr>
          </a:p>
        </p:txBody>
      </p:sp>
      <p:pic>
        <p:nvPicPr>
          <p:cNvPr id="45" name="图片 100" descr="343439383331313b343532303032333bc6f3d2b5bcf2bde9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217930" y="5302250"/>
            <a:ext cx="393700" cy="304800"/>
          </a:xfrm>
          <a:prstGeom prst="rect">
            <a:avLst/>
          </a:prstGeom>
        </p:spPr>
      </p:pic>
      <p:sp>
        <p:nvSpPr>
          <p:cNvPr id="46" name="Content Placeholder 2"/>
          <p:cNvSpPr/>
          <p:nvPr>
            <p:custDataLst>
              <p:tags r:id="rId24"/>
            </p:custDataLst>
          </p:nvPr>
        </p:nvSpPr>
        <p:spPr>
          <a:xfrm>
            <a:off x="1611630" y="5172710"/>
            <a:ext cx="1449070" cy="563880"/>
          </a:xfrm>
          <a:prstGeom prst="rect">
            <a:avLst/>
          </a:prstGeom>
        </p:spPr>
        <p:txBody>
          <a:bodyPr wrap="square" bIns="46990" rtlCol="0" anchor="t">
            <a:noAutofit/>
          </a:bodyPr>
          <a:p>
            <a:pPr lvl="0" algn="l">
              <a:lnSpc>
                <a:spcPct val="130000"/>
              </a:lnSpc>
              <a:spcAft>
                <a:spcPts val="1000"/>
              </a:spcAft>
              <a:buClr>
                <a:srgbClr val="E24848"/>
              </a:buClr>
              <a:buSzTx/>
              <a:buFontTx/>
            </a:pPr>
            <a:r>
              <a:rPr lang="pt-PT" altLang="en-US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JavaScript</a:t>
            </a:r>
            <a:endParaRPr lang="pt-PT" altLang="en-US">
              <a:solidFill>
                <a:schemeClr val="bg1">
                  <a:lumMod val="85000"/>
                </a:schemeClr>
              </a:solidFill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+mn-ea"/>
            </a:endParaRPr>
          </a:p>
        </p:txBody>
      </p:sp>
      <p:cxnSp>
        <p:nvCxnSpPr>
          <p:cNvPr id="62" name="Conexão em Ângulos Retos 61"/>
          <p:cNvCxnSpPr>
            <a:endCxn id="36" idx="2"/>
          </p:cNvCxnSpPr>
          <p:nvPr>
            <p:custDataLst>
              <p:tags r:id="rId25"/>
            </p:custDataLst>
          </p:nvPr>
        </p:nvCxnSpPr>
        <p:spPr>
          <a:xfrm>
            <a:off x="3082925" y="3707130"/>
            <a:ext cx="530225" cy="527050"/>
          </a:xfrm>
          <a:prstGeom prst="bentConnector3">
            <a:avLst>
              <a:gd name="adj1" fmla="val 22036"/>
            </a:avLst>
          </a:prstGeom>
          <a:ln>
            <a:solidFill>
              <a:srgbClr val="48CBE7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3" name="Conexão em Ângulos Retos 62"/>
          <p:cNvCxnSpPr/>
          <p:nvPr>
            <p:custDataLst>
              <p:tags r:id="rId26"/>
            </p:custDataLst>
          </p:nvPr>
        </p:nvCxnSpPr>
        <p:spPr>
          <a:xfrm rot="10800000" flipV="1">
            <a:off x="2285365" y="3914140"/>
            <a:ext cx="810260" cy="650875"/>
          </a:xfrm>
          <a:prstGeom prst="bentConnector3">
            <a:avLst>
              <a:gd name="adj1" fmla="val 29937"/>
            </a:avLst>
          </a:prstGeom>
          <a:ln>
            <a:solidFill>
              <a:srgbClr val="48CBE7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1" name="Conexão Reta Unidirecional 70"/>
          <p:cNvCxnSpPr/>
          <p:nvPr>
            <p:custDataLst>
              <p:tags r:id="rId27"/>
            </p:custDataLst>
          </p:nvPr>
        </p:nvCxnSpPr>
        <p:spPr>
          <a:xfrm>
            <a:off x="3095625" y="2842895"/>
            <a:ext cx="5715" cy="2121535"/>
          </a:xfrm>
          <a:prstGeom prst="straightConnector1">
            <a:avLst/>
          </a:prstGeom>
          <a:ln>
            <a:solidFill>
              <a:srgbClr val="48CBE7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3" name="平行四边形 17"/>
          <p:cNvSpPr/>
          <p:nvPr>
            <p:custDataLst>
              <p:tags r:id="rId28"/>
            </p:custDataLst>
          </p:nvPr>
        </p:nvSpPr>
        <p:spPr>
          <a:xfrm rot="10800000">
            <a:off x="7905750" y="3801110"/>
            <a:ext cx="2431415" cy="865505"/>
          </a:xfrm>
          <a:prstGeom prst="parallelogram">
            <a:avLst>
              <a:gd name="adj" fmla="val 68862"/>
            </a:avLst>
          </a:prstGeom>
          <a:solidFill>
            <a:schemeClr val="accent3">
              <a:alpha val="15000"/>
            </a:schemeClr>
          </a:solidFill>
          <a:ln w="38100">
            <a:gradFill>
              <a:gsLst>
                <a:gs pos="2000">
                  <a:schemeClr val="accent6">
                    <a:alpha val="0"/>
                  </a:schemeClr>
                </a:gs>
                <a:gs pos="50000">
                  <a:schemeClr val="accent6"/>
                </a:gs>
                <a:gs pos="100000">
                  <a:schemeClr val="accent6">
                    <a:alpha val="0"/>
                  </a:schemeClr>
                </a:gs>
              </a:gsLst>
              <a:lin ang="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solidFill>
                <a:schemeClr val="lt1"/>
              </a:solidFill>
              <a:cs typeface="Inter" panose="02000503000000020004" charset="0"/>
            </a:endParaRPr>
          </a:p>
        </p:txBody>
      </p:sp>
      <p:pic>
        <p:nvPicPr>
          <p:cNvPr id="74" name="图片 100" descr="343439383331313b343532303032333bc6f3d2b5bcf2bde9"/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474710" y="4081463"/>
            <a:ext cx="393700" cy="304800"/>
          </a:xfrm>
          <a:prstGeom prst="rect">
            <a:avLst/>
          </a:prstGeom>
        </p:spPr>
      </p:pic>
      <p:sp>
        <p:nvSpPr>
          <p:cNvPr id="75" name="Content Placeholder 2"/>
          <p:cNvSpPr/>
          <p:nvPr>
            <p:custDataLst>
              <p:tags r:id="rId30"/>
            </p:custDataLst>
          </p:nvPr>
        </p:nvSpPr>
        <p:spPr>
          <a:xfrm>
            <a:off x="8867775" y="3951923"/>
            <a:ext cx="1028700" cy="563880"/>
          </a:xfrm>
          <a:prstGeom prst="rect">
            <a:avLst/>
          </a:prstGeom>
        </p:spPr>
        <p:txBody>
          <a:bodyPr wrap="square" bIns="46990" rtlCol="0" anchor="t">
            <a:noAutofit/>
          </a:bodyPr>
          <a:p>
            <a:pPr lvl="0" algn="l">
              <a:lnSpc>
                <a:spcPct val="130000"/>
              </a:lnSpc>
              <a:spcAft>
                <a:spcPts val="1000"/>
              </a:spcAft>
              <a:buClr>
                <a:srgbClr val="E24848"/>
              </a:buClr>
              <a:buSzTx/>
              <a:buFontTx/>
            </a:pPr>
            <a:r>
              <a:rPr lang="pt-PT" altLang="en-US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MySQL</a:t>
            </a:r>
            <a:endParaRPr lang="pt-PT" altLang="en-US">
              <a:solidFill>
                <a:schemeClr val="bg1">
                  <a:lumMod val="85000"/>
                </a:schemeClr>
              </a:solidFill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+mn-ea"/>
            </a:endParaRPr>
          </a:p>
        </p:txBody>
      </p:sp>
      <p:cxnSp>
        <p:nvCxnSpPr>
          <p:cNvPr id="79" name="Conexão Reta Unidirecional 78"/>
          <p:cNvCxnSpPr/>
          <p:nvPr>
            <p:custDataLst>
              <p:tags r:id="rId31"/>
            </p:custDataLst>
          </p:nvPr>
        </p:nvCxnSpPr>
        <p:spPr>
          <a:xfrm>
            <a:off x="9225915" y="2843530"/>
            <a:ext cx="11430" cy="954405"/>
          </a:xfrm>
          <a:prstGeom prst="straightConnector1">
            <a:avLst/>
          </a:prstGeom>
          <a:ln>
            <a:solidFill>
              <a:srgbClr val="48CBE7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3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4" descr="VCG2112800586751"/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 flipH="1">
            <a:off x="4445" y="0"/>
            <a:ext cx="12183110" cy="6858000"/>
          </a:xfrm>
          <a:prstGeom prst="rect">
            <a:avLst/>
          </a:prstGeom>
        </p:spPr>
      </p:pic>
      <p:sp>
        <p:nvSpPr>
          <p:cNvPr id="3" name="半闭框 54"/>
          <p:cNvSpPr/>
          <p:nvPr/>
        </p:nvSpPr>
        <p:spPr>
          <a:xfrm rot="10800000" flipH="1" flipV="1">
            <a:off x="411554" y="281181"/>
            <a:ext cx="336092" cy="336092"/>
          </a:xfrm>
          <a:prstGeom prst="halfFrame">
            <a:avLst>
              <a:gd name="adj1" fmla="val 11939"/>
              <a:gd name="adj2" fmla="val 13392"/>
            </a:avLst>
          </a:prstGeom>
          <a:gradFill>
            <a:gsLst>
              <a:gs pos="0">
                <a:schemeClr val="accent1"/>
              </a:gs>
              <a:gs pos="70000">
                <a:schemeClr val="accent6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Inter" panose="02000503000000020004" charset="0"/>
            </a:endParaRPr>
          </a:p>
        </p:txBody>
      </p:sp>
      <p:sp>
        <p:nvSpPr>
          <p:cNvPr id="5" name="半闭框 38"/>
          <p:cNvSpPr/>
          <p:nvPr/>
        </p:nvSpPr>
        <p:spPr>
          <a:xfrm flipH="1" flipV="1">
            <a:off x="11538024" y="6271771"/>
            <a:ext cx="336092" cy="336092"/>
          </a:xfrm>
          <a:prstGeom prst="halfFrame">
            <a:avLst>
              <a:gd name="adj1" fmla="val 11939"/>
              <a:gd name="adj2" fmla="val 13392"/>
            </a:avLst>
          </a:prstGeom>
          <a:gradFill>
            <a:gsLst>
              <a:gs pos="0">
                <a:schemeClr val="accent1"/>
              </a:gs>
              <a:gs pos="70000">
                <a:schemeClr val="accent6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Inter" panose="02000503000000020004" charset="0"/>
            </a:endParaRPr>
          </a:p>
        </p:txBody>
      </p:sp>
      <p:grpSp>
        <p:nvGrpSpPr>
          <p:cNvPr id="6" name="组合 26"/>
          <p:cNvGrpSpPr/>
          <p:nvPr/>
        </p:nvGrpSpPr>
        <p:grpSpPr>
          <a:xfrm>
            <a:off x="381000" y="2009140"/>
            <a:ext cx="11430635" cy="2839720"/>
            <a:chOff x="264" y="3164"/>
            <a:chExt cx="18001" cy="4472"/>
          </a:xfrm>
        </p:grpSpPr>
        <p:grpSp>
          <p:nvGrpSpPr>
            <p:cNvPr id="7" name="组合 24"/>
            <p:cNvGrpSpPr/>
            <p:nvPr/>
          </p:nvGrpSpPr>
          <p:grpSpPr>
            <a:xfrm>
              <a:off x="264" y="3395"/>
              <a:ext cx="3779" cy="4010"/>
              <a:chOff x="264" y="3729"/>
              <a:chExt cx="3779" cy="4010"/>
            </a:xfrm>
          </p:grpSpPr>
          <p:cxnSp>
            <p:nvCxnSpPr>
              <p:cNvPr id="9" name="直接连接符 15"/>
              <p:cNvCxnSpPr/>
              <p:nvPr/>
            </p:nvCxnSpPr>
            <p:spPr>
              <a:xfrm flipH="1">
                <a:off x="1271" y="3729"/>
                <a:ext cx="2773" cy="4010"/>
              </a:xfrm>
              <a:prstGeom prst="line">
                <a:avLst/>
              </a:prstGeom>
              <a:ln>
                <a:gradFill>
                  <a:gsLst>
                    <a:gs pos="29000">
                      <a:schemeClr val="accent1"/>
                    </a:gs>
                    <a:gs pos="100000">
                      <a:srgbClr val="0439D9">
                        <a:alpha val="0"/>
                      </a:srgbClr>
                    </a:gs>
                  </a:gsLst>
                  <a:lin ang="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直接连接符 16"/>
              <p:cNvCxnSpPr/>
              <p:nvPr/>
            </p:nvCxnSpPr>
            <p:spPr>
              <a:xfrm flipH="1">
                <a:off x="264" y="3729"/>
                <a:ext cx="2773" cy="4010"/>
              </a:xfrm>
              <a:prstGeom prst="line">
                <a:avLst/>
              </a:prstGeom>
              <a:ln>
                <a:gradFill>
                  <a:gsLst>
                    <a:gs pos="29000">
                      <a:schemeClr val="accent1"/>
                    </a:gs>
                    <a:gs pos="100000">
                      <a:srgbClr val="0439D9">
                        <a:alpha val="0"/>
                      </a:srgbClr>
                    </a:gs>
                  </a:gsLst>
                  <a:lin ang="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组合 23"/>
            <p:cNvGrpSpPr/>
            <p:nvPr/>
          </p:nvGrpSpPr>
          <p:grpSpPr>
            <a:xfrm>
              <a:off x="14486" y="3395"/>
              <a:ext cx="3779" cy="4010"/>
              <a:chOff x="14486" y="3395"/>
              <a:chExt cx="3779" cy="4010"/>
            </a:xfrm>
          </p:grpSpPr>
          <p:cxnSp>
            <p:nvCxnSpPr>
              <p:cNvPr id="12" name="直接连接符 20"/>
              <p:cNvCxnSpPr/>
              <p:nvPr/>
            </p:nvCxnSpPr>
            <p:spPr>
              <a:xfrm flipH="1">
                <a:off x="15493" y="3395"/>
                <a:ext cx="2773" cy="4010"/>
              </a:xfrm>
              <a:prstGeom prst="line">
                <a:avLst/>
              </a:prstGeom>
              <a:ln>
                <a:gradFill>
                  <a:gsLst>
                    <a:gs pos="29000">
                      <a:schemeClr val="accent6"/>
                    </a:gs>
                    <a:gs pos="100000">
                      <a:schemeClr val="accent6">
                        <a:alpha val="0"/>
                      </a:schemeClr>
                    </a:gs>
                  </a:gsLst>
                  <a:lin ang="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21"/>
              <p:cNvCxnSpPr/>
              <p:nvPr/>
            </p:nvCxnSpPr>
            <p:spPr>
              <a:xfrm flipH="1">
                <a:off x="14486" y="3395"/>
                <a:ext cx="2773" cy="4010"/>
              </a:xfrm>
              <a:prstGeom prst="line">
                <a:avLst/>
              </a:prstGeom>
              <a:ln>
                <a:gradFill>
                  <a:gsLst>
                    <a:gs pos="29000">
                      <a:schemeClr val="accent6"/>
                    </a:gs>
                    <a:gs pos="100000">
                      <a:schemeClr val="accent6">
                        <a:alpha val="0"/>
                      </a:schemeClr>
                    </a:gs>
                  </a:gsLst>
                  <a:lin ang="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" name="组合 25"/>
            <p:cNvGrpSpPr/>
            <p:nvPr/>
          </p:nvGrpSpPr>
          <p:grpSpPr>
            <a:xfrm>
              <a:off x="1999" y="3164"/>
              <a:ext cx="14378" cy="4472"/>
              <a:chOff x="1999" y="3283"/>
              <a:chExt cx="14378" cy="4472"/>
            </a:xfrm>
          </p:grpSpPr>
          <p:grpSp>
            <p:nvGrpSpPr>
              <p:cNvPr id="18" name="组合 3"/>
              <p:cNvGrpSpPr/>
              <p:nvPr/>
            </p:nvGrpSpPr>
            <p:grpSpPr>
              <a:xfrm>
                <a:off x="1999" y="3283"/>
                <a:ext cx="14378" cy="4472"/>
                <a:chOff x="3417" y="3934"/>
                <a:chExt cx="11388" cy="3542"/>
              </a:xfrm>
            </p:grpSpPr>
            <p:sp>
              <p:nvSpPr>
                <p:cNvPr id="19" name="平行四边形 63"/>
                <p:cNvSpPr/>
                <p:nvPr>
                  <p:custDataLst>
                    <p:tags r:id="rId2"/>
                  </p:custDataLst>
                </p:nvPr>
              </p:nvSpPr>
              <p:spPr>
                <a:xfrm rot="10800000">
                  <a:off x="4267" y="3934"/>
                  <a:ext cx="10538" cy="3119"/>
                </a:xfrm>
                <a:prstGeom prst="parallelogram">
                  <a:avLst>
                    <a:gd name="adj" fmla="val 68862"/>
                  </a:avLst>
                </a:prstGeom>
                <a:solidFill>
                  <a:schemeClr val="accent3">
                    <a:alpha val="15000"/>
                  </a:schemeClr>
                </a:solidFill>
                <a:ln w="38100">
                  <a:gradFill>
                    <a:gsLst>
                      <a:gs pos="2000">
                        <a:schemeClr val="accent6">
                          <a:alpha val="0"/>
                        </a:schemeClr>
                      </a:gs>
                      <a:gs pos="50000">
                        <a:schemeClr val="accent6"/>
                      </a:gs>
                      <a:gs pos="100000">
                        <a:schemeClr val="accent6">
                          <a:alpha val="0"/>
                        </a:schemeClr>
                      </a:gs>
                    </a:gsLst>
                    <a:lin ang="0" scaled="1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dirty="0">
                    <a:solidFill>
                      <a:schemeClr val="lt1"/>
                    </a:solidFill>
                    <a:cs typeface="Inter" panose="02000503000000020004" charset="0"/>
                  </a:endParaRPr>
                </a:p>
              </p:txBody>
            </p:sp>
            <p:sp>
              <p:nvSpPr>
                <p:cNvPr id="20" name="平行四边形 62"/>
                <p:cNvSpPr/>
                <p:nvPr>
                  <p:custDataLst>
                    <p:tags r:id="rId3"/>
                  </p:custDataLst>
                </p:nvPr>
              </p:nvSpPr>
              <p:spPr>
                <a:xfrm rot="10800000">
                  <a:off x="3417" y="4357"/>
                  <a:ext cx="10537" cy="3119"/>
                </a:xfrm>
                <a:prstGeom prst="parallelogram">
                  <a:avLst>
                    <a:gd name="adj" fmla="val 68862"/>
                  </a:avLst>
                </a:prstGeom>
                <a:noFill/>
                <a:ln w="41275">
                  <a:gradFill>
                    <a:gsLst>
                      <a:gs pos="2000">
                        <a:schemeClr val="accent1">
                          <a:alpha val="0"/>
                        </a:schemeClr>
                      </a:gs>
                      <a:gs pos="50000">
                        <a:schemeClr val="accent1"/>
                      </a:gs>
                      <a:gs pos="100000">
                        <a:schemeClr val="accent1">
                          <a:alpha val="0"/>
                        </a:schemeClr>
                      </a:gs>
                    </a:gsLst>
                    <a:lin ang="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chemeClr val="lt1"/>
                    </a:solidFill>
                    <a:cs typeface="Inter" panose="02000503000000020004" charset="0"/>
                  </a:endParaRPr>
                </a:p>
              </p:txBody>
            </p:sp>
          </p:grpSp>
          <p:sp>
            <p:nvSpPr>
              <p:cNvPr id="28" name="文本框 64"/>
              <p:cNvSpPr txBox="1"/>
              <p:nvPr/>
            </p:nvSpPr>
            <p:spPr>
              <a:xfrm flipH="1">
                <a:off x="6710" y="4555"/>
                <a:ext cx="8593" cy="13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pt-PT" altLang="zh-CN" sz="5000" i="1" cap="all" dirty="0">
                    <a:solidFill>
                      <a:schemeClr val="bg2"/>
                    </a:solidFill>
                    <a:uFillTx/>
                    <a:latin typeface="Inter Black" panose="02000503000000020004" charset="0"/>
                    <a:ea typeface="Inter Black" panose="02000503000000020004" charset="0"/>
                    <a:cs typeface="Inter" panose="02000503000000020004" charset="0"/>
                  </a:rPr>
                  <a:t>Funções</a:t>
                </a:r>
                <a:endParaRPr lang="pt-PT" altLang="zh-CN" sz="5000" i="1" cap="all" dirty="0">
                  <a:solidFill>
                    <a:schemeClr val="bg2"/>
                  </a:solidFill>
                  <a:uFillTx/>
                  <a:latin typeface="Inter Black" panose="02000503000000020004" charset="0"/>
                  <a:ea typeface="Inter Black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29" name="文本框 7"/>
              <p:cNvSpPr txBox="1"/>
              <p:nvPr>
                <p:custDataLst>
                  <p:tags r:id="rId4"/>
                </p:custDataLst>
              </p:nvPr>
            </p:nvSpPr>
            <p:spPr>
              <a:xfrm flipH="1">
                <a:off x="3778" y="3998"/>
                <a:ext cx="3927" cy="29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1500" i="1" dirty="0">
                    <a:ln>
                      <a:solidFill>
                        <a:schemeClr val="bg1"/>
                      </a:solidFill>
                    </a:ln>
                    <a:noFill/>
                    <a:latin typeface="Inter Black" panose="02000503000000020004" charset="0"/>
                    <a:ea typeface="Inter Black" panose="02000503000000020004" charset="0"/>
                    <a:cs typeface="Inter" panose="02000503000000020004" charset="0"/>
                  </a:rPr>
                  <a:t>0</a:t>
                </a:r>
                <a:r>
                  <a:rPr lang="pt-PT" altLang="en-US" sz="11500" i="1" dirty="0">
                    <a:ln>
                      <a:solidFill>
                        <a:schemeClr val="bg1"/>
                      </a:solidFill>
                    </a:ln>
                    <a:noFill/>
                    <a:latin typeface="Inter Black" panose="02000503000000020004" charset="0"/>
                    <a:ea typeface="Inter Black" panose="02000503000000020004" charset="0"/>
                    <a:cs typeface="Inter" panose="02000503000000020004" charset="0"/>
                  </a:rPr>
                  <a:t>3</a:t>
                </a:r>
                <a:endParaRPr lang="pt-PT" altLang="en-US" sz="11500" i="1" dirty="0">
                  <a:ln>
                    <a:solidFill>
                      <a:schemeClr val="bg1"/>
                    </a:solidFill>
                  </a:ln>
                  <a:noFill/>
                  <a:latin typeface="Inter Black" panose="02000503000000020004" charset="0"/>
                  <a:ea typeface="Inter Black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30" name="文本框 22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9066" y="5910"/>
                <a:ext cx="2838" cy="322"/>
              </a:xfrm>
              <a:prstGeom prst="rect">
                <a:avLst/>
              </a:prstGeom>
              <a:noFill/>
            </p:spPr>
            <p:txBody>
              <a:bodyPr wrap="square" rtlCol="0" anchor="t">
                <a:noAutofit/>
              </a:bodyPr>
              <a:p>
                <a:pPr algn="dist"/>
                <a:r>
                  <a:rPr lang="pt-PT" sz="800" i="1" cap="all">
                    <a:ln>
                      <a:noFill/>
                    </a:ln>
                    <a:solidFill>
                      <a:schemeClr val="bg1">
                        <a:alpha val="50000"/>
                      </a:schemeClr>
                    </a:solidFill>
                    <a:uFillTx/>
                    <a:latin typeface="Inter Black" panose="02000503000000020004" charset="0"/>
                    <a:ea typeface="Inter Black" panose="02000503000000020004" charset="0"/>
                    <a:cs typeface="Inter Black" panose="02000503000000020004" charset="0"/>
                    <a:sym typeface="+mn-ea"/>
                  </a:rPr>
                  <a:t>Funções do projeto</a:t>
                </a:r>
                <a:endParaRPr lang="pt-PT" sz="800" i="1" cap="all">
                  <a:ln>
                    <a:noFill/>
                  </a:ln>
                  <a:solidFill>
                    <a:schemeClr val="bg1">
                      <a:alpha val="50000"/>
                    </a:schemeClr>
                  </a:solidFill>
                  <a:uFillTx/>
                  <a:latin typeface="Inter Black" panose="02000503000000020004" charset="0"/>
                  <a:ea typeface="Inter Black" panose="02000503000000020004" charset="0"/>
                  <a:cs typeface="Inter Black" panose="02000503000000020004" charset="0"/>
                  <a:sym typeface="+mn-ea"/>
                </a:endParaRPr>
              </a:p>
            </p:txBody>
          </p:sp>
        </p:grpSp>
      </p:grpSp>
    </p:spTree>
    <p:custDataLst>
      <p:tags r:id="rId6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 descr="VCG2112800586751"/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0" y="0"/>
            <a:ext cx="12183110" cy="6858000"/>
          </a:xfrm>
          <a:prstGeom prst="rect">
            <a:avLst/>
          </a:prstGeom>
        </p:spPr>
      </p:pic>
      <p:sp>
        <p:nvSpPr>
          <p:cNvPr id="139" name="任意多边形: 形状 138"/>
          <p:cNvSpPr/>
          <p:nvPr>
            <p:custDataLst>
              <p:tags r:id="rId2"/>
            </p:custDataLst>
          </p:nvPr>
        </p:nvSpPr>
        <p:spPr>
          <a:xfrm rot="10800000">
            <a:off x="307658" y="793115"/>
            <a:ext cx="11576685" cy="5765165"/>
          </a:xfrm>
          <a:custGeom>
            <a:avLst/>
            <a:gdLst>
              <a:gd name="connsiteX0" fmla="*/ 0 w 10858500"/>
              <a:gd name="connsiteY0" fmla="*/ 0 h 4680000"/>
              <a:gd name="connsiteX1" fmla="*/ 10858500 w 10858500"/>
              <a:gd name="connsiteY1" fmla="*/ 0 h 4680000"/>
              <a:gd name="connsiteX2" fmla="*/ 10858500 w 10858500"/>
              <a:gd name="connsiteY2" fmla="*/ 498804 h 4680000"/>
              <a:gd name="connsiteX3" fmla="*/ 10858498 w 10858500"/>
              <a:gd name="connsiteY3" fmla="*/ 498806 h 4680000"/>
              <a:gd name="connsiteX4" fmla="*/ 10858498 w 10858500"/>
              <a:gd name="connsiteY4" fmla="*/ 489916 h 4680000"/>
              <a:gd name="connsiteX5" fmla="*/ 10798658 w 10858500"/>
              <a:gd name="connsiteY5" fmla="*/ 545937 h 4680000"/>
              <a:gd name="connsiteX6" fmla="*/ 10798658 w 10858500"/>
              <a:gd name="connsiteY6" fmla="*/ 4134061 h 4680000"/>
              <a:gd name="connsiteX7" fmla="*/ 10858498 w 10858500"/>
              <a:gd name="connsiteY7" fmla="*/ 4190082 h 4680000"/>
              <a:gd name="connsiteX8" fmla="*/ 10858498 w 10858500"/>
              <a:gd name="connsiteY8" fmla="*/ 4179297 h 4680000"/>
              <a:gd name="connsiteX9" fmla="*/ 10858500 w 10858500"/>
              <a:gd name="connsiteY9" fmla="*/ 4179299 h 4680000"/>
              <a:gd name="connsiteX10" fmla="*/ 10858500 w 10858500"/>
              <a:gd name="connsiteY10" fmla="*/ 4680000 h 4680000"/>
              <a:gd name="connsiteX11" fmla="*/ 9082087 w 10858500"/>
              <a:gd name="connsiteY11" fmla="*/ 4680000 h 4680000"/>
              <a:gd name="connsiteX12" fmla="*/ 9036435 w 10858500"/>
              <a:gd name="connsiteY12" fmla="*/ 4637262 h 4680000"/>
              <a:gd name="connsiteX13" fmla="*/ 1835005 w 10858500"/>
              <a:gd name="connsiteY13" fmla="*/ 4637262 h 4680000"/>
              <a:gd name="connsiteX14" fmla="*/ 1789353 w 10858500"/>
              <a:gd name="connsiteY14" fmla="*/ 4680000 h 4680000"/>
              <a:gd name="connsiteX15" fmla="*/ 0 w 10858500"/>
              <a:gd name="connsiteY15" fmla="*/ 4680000 h 4680000"/>
              <a:gd name="connsiteX16" fmla="*/ 0 w 10858500"/>
              <a:gd name="connsiteY16" fmla="*/ 4190082 h 4680000"/>
              <a:gd name="connsiteX17" fmla="*/ 59840 w 10858500"/>
              <a:gd name="connsiteY17" fmla="*/ 4134061 h 4680000"/>
              <a:gd name="connsiteX18" fmla="*/ 59840 w 10858500"/>
              <a:gd name="connsiteY18" fmla="*/ 545937 h 4680000"/>
              <a:gd name="connsiteX19" fmla="*/ 0 w 10858500"/>
              <a:gd name="connsiteY19" fmla="*/ 489916 h 46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858500" h="4680000">
                <a:moveTo>
                  <a:pt x="0" y="0"/>
                </a:moveTo>
                <a:lnTo>
                  <a:pt x="10858500" y="0"/>
                </a:lnTo>
                <a:lnTo>
                  <a:pt x="10858500" y="498804"/>
                </a:lnTo>
                <a:lnTo>
                  <a:pt x="10858498" y="498806"/>
                </a:lnTo>
                <a:lnTo>
                  <a:pt x="10858498" y="489916"/>
                </a:lnTo>
                <a:lnTo>
                  <a:pt x="10798658" y="545937"/>
                </a:lnTo>
                <a:lnTo>
                  <a:pt x="10798658" y="4134061"/>
                </a:lnTo>
                <a:lnTo>
                  <a:pt x="10858498" y="4190082"/>
                </a:lnTo>
                <a:lnTo>
                  <a:pt x="10858498" y="4179297"/>
                </a:lnTo>
                <a:lnTo>
                  <a:pt x="10858500" y="4179299"/>
                </a:lnTo>
                <a:lnTo>
                  <a:pt x="10858500" y="4680000"/>
                </a:lnTo>
                <a:lnTo>
                  <a:pt x="9082087" y="4680000"/>
                </a:lnTo>
                <a:lnTo>
                  <a:pt x="9036435" y="4637262"/>
                </a:lnTo>
                <a:lnTo>
                  <a:pt x="1835005" y="4637262"/>
                </a:lnTo>
                <a:lnTo>
                  <a:pt x="1789353" y="4680000"/>
                </a:lnTo>
                <a:lnTo>
                  <a:pt x="0" y="4680000"/>
                </a:lnTo>
                <a:lnTo>
                  <a:pt x="0" y="4190082"/>
                </a:lnTo>
                <a:lnTo>
                  <a:pt x="59840" y="4134061"/>
                </a:lnTo>
                <a:lnTo>
                  <a:pt x="59840" y="545937"/>
                </a:lnTo>
                <a:lnTo>
                  <a:pt x="0" y="489916"/>
                </a:lnTo>
                <a:close/>
              </a:path>
            </a:pathLst>
          </a:custGeom>
          <a:noFill/>
          <a:ln w="31750">
            <a:gradFill>
              <a:gsLst>
                <a:gs pos="0">
                  <a:schemeClr val="accent6">
                    <a:alpha val="0"/>
                    <a:lumMod val="0"/>
                    <a:lumOff val="100000"/>
                  </a:schemeClr>
                </a:gs>
                <a:gs pos="50000">
                  <a:schemeClr val="accent6"/>
                </a:gs>
                <a:gs pos="100000">
                  <a:schemeClr val="accent6">
                    <a:alpha val="0"/>
                  </a:schemeClr>
                </a:gs>
              </a:gsLst>
              <a:lin ang="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ln>
                <a:gradFill>
                  <a:gsLst>
                    <a:gs pos="0">
                      <a:srgbClr val="FFFFFF"/>
                    </a:gs>
                    <a:gs pos="51000">
                      <a:srgbClr val="FFFFFF"/>
                    </a:gs>
                  </a:gsLst>
                  <a:lin ang="5400000" scaled="0"/>
                </a:gradFill>
              </a:ln>
              <a:solidFill>
                <a:schemeClr val="lt1"/>
              </a:solidFill>
              <a:cs typeface="Inter" panose="0200050300000002000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 rot="0">
            <a:off x="3374390" y="465455"/>
            <a:ext cx="878205" cy="196850"/>
            <a:chOff x="5272" y="688"/>
            <a:chExt cx="1383" cy="310"/>
          </a:xfrm>
        </p:grpSpPr>
        <p:sp>
          <p:nvSpPr>
            <p:cNvPr id="68" name="平行四边形 67"/>
            <p:cNvSpPr/>
            <p:nvPr/>
          </p:nvSpPr>
          <p:spPr>
            <a:xfrm flipV="1">
              <a:off x="6137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70" name="平行四边形 69"/>
            <p:cNvSpPr/>
            <p:nvPr/>
          </p:nvSpPr>
          <p:spPr>
            <a:xfrm flipV="1">
              <a:off x="5703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72" name="平行四边形 71"/>
            <p:cNvSpPr/>
            <p:nvPr/>
          </p:nvSpPr>
          <p:spPr>
            <a:xfrm flipV="1">
              <a:off x="5272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0" name="平行四边形 89"/>
            <p:cNvSpPr/>
            <p:nvPr/>
          </p:nvSpPr>
          <p:spPr>
            <a:xfrm flipV="1">
              <a:off x="6159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2" name="平行四边形 91"/>
            <p:cNvSpPr/>
            <p:nvPr/>
          </p:nvSpPr>
          <p:spPr>
            <a:xfrm flipV="1">
              <a:off x="5726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4" name="平行四边形 93"/>
            <p:cNvSpPr/>
            <p:nvPr/>
          </p:nvSpPr>
          <p:spPr>
            <a:xfrm flipV="1">
              <a:off x="5294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 rot="0" flipH="1">
            <a:off x="7940040" y="465455"/>
            <a:ext cx="878205" cy="196850"/>
            <a:chOff x="5272" y="688"/>
            <a:chExt cx="1383" cy="310"/>
          </a:xfrm>
        </p:grpSpPr>
        <p:sp>
          <p:nvSpPr>
            <p:cNvPr id="8" name="平行四边形 7"/>
            <p:cNvSpPr/>
            <p:nvPr/>
          </p:nvSpPr>
          <p:spPr>
            <a:xfrm flipV="1">
              <a:off x="6137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0" name="平行四边形 9"/>
            <p:cNvSpPr/>
            <p:nvPr/>
          </p:nvSpPr>
          <p:spPr>
            <a:xfrm flipV="1">
              <a:off x="5703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2" name="平行四边形 11"/>
            <p:cNvSpPr/>
            <p:nvPr/>
          </p:nvSpPr>
          <p:spPr>
            <a:xfrm flipV="1">
              <a:off x="5272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3" name="平行四边形 12"/>
            <p:cNvSpPr/>
            <p:nvPr/>
          </p:nvSpPr>
          <p:spPr>
            <a:xfrm flipV="1">
              <a:off x="6159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4" name="平行四边形 13"/>
            <p:cNvSpPr/>
            <p:nvPr/>
          </p:nvSpPr>
          <p:spPr>
            <a:xfrm flipV="1">
              <a:off x="5726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5" name="平行四边形 14"/>
            <p:cNvSpPr/>
            <p:nvPr/>
          </p:nvSpPr>
          <p:spPr>
            <a:xfrm flipV="1">
              <a:off x="5294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</p:grpSp>
      <p:sp>
        <p:nvSpPr>
          <p:cNvPr id="1105" name="COLUMN…"/>
          <p:cNvSpPr txBox="1"/>
          <p:nvPr/>
        </p:nvSpPr>
        <p:spPr>
          <a:xfrm>
            <a:off x="0" y="935990"/>
            <a:ext cx="12183110" cy="64516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p>
            <a:pPr algn="ctr">
              <a:defRPr sz="4400">
                <a:solidFill>
                  <a:srgbClr val="404040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rPr lang="pt-PT" altLang="en-US" sz="3600">
                <a:solidFill>
                  <a:schemeClr val="accent6"/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Inter Black" panose="02000503000000020004" charset="0"/>
              </a:rPr>
              <a:t>Funções Website</a:t>
            </a:r>
            <a:endParaRPr lang="pt-PT" altLang="zh-CN" sz="3600">
              <a:solidFill>
                <a:schemeClr val="accent6"/>
              </a:solidFill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Inter Black" panose="02000503000000020004" charset="0"/>
            </a:endParaRPr>
          </a:p>
        </p:txBody>
      </p:sp>
      <p:sp>
        <p:nvSpPr>
          <p:cNvPr id="18" name="平行四边形 5"/>
          <p:cNvSpPr/>
          <p:nvPr>
            <p:custDataLst>
              <p:tags r:id="rId3"/>
            </p:custDataLst>
          </p:nvPr>
        </p:nvSpPr>
        <p:spPr>
          <a:xfrm rot="10800000" flipH="1">
            <a:off x="4427220" y="895985"/>
            <a:ext cx="3338830" cy="727710"/>
          </a:xfrm>
          <a:prstGeom prst="parallelogram">
            <a:avLst>
              <a:gd name="adj" fmla="val 0"/>
            </a:avLst>
          </a:prstGeom>
          <a:noFill/>
          <a:ln w="41275">
            <a:gradFill>
              <a:gsLst>
                <a:gs pos="2000">
                  <a:schemeClr val="accent1">
                    <a:alpha val="0"/>
                  </a:schemeClr>
                </a:gs>
                <a:gs pos="5000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16" name="Caixa de Texto 15"/>
          <p:cNvSpPr txBox="1"/>
          <p:nvPr/>
        </p:nvSpPr>
        <p:spPr>
          <a:xfrm>
            <a:off x="9525" y="197485"/>
            <a:ext cx="1218247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pt-PT" altLang="zh-CN" sz="4000" b="1">
                <a:solidFill>
                  <a:schemeClr val="bg1"/>
                </a:solidFill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  <a:sym typeface="+mn-ea"/>
              </a:rPr>
              <a:t>Funções</a:t>
            </a:r>
            <a:endParaRPr lang="pt-PT" altLang="zh-CN" sz="4000" b="1">
              <a:solidFill>
                <a:schemeClr val="bg1"/>
              </a:solidFill>
              <a:latin typeface="Inter Black" panose="02000503000000020004" charset="0"/>
              <a:ea typeface="Inter Black" panose="02000503000000020004" charset="0"/>
              <a:cs typeface="Inter" panose="02000503000000020004" charset="0"/>
              <a:sym typeface="+mn-ea"/>
            </a:endParaRPr>
          </a:p>
        </p:txBody>
      </p:sp>
      <p:pic>
        <p:nvPicPr>
          <p:cNvPr id="99" name="图片 98" descr="343439383331313b343532303033313bd3a6d3c3c9ccb3c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/>
          <a:stretch>
            <a:fillRect/>
          </a:stretch>
        </p:blipFill>
        <p:spPr>
          <a:xfrm>
            <a:off x="897255" y="2225040"/>
            <a:ext cx="294005" cy="294005"/>
          </a:xfrm>
          <a:prstGeom prst="rect">
            <a:avLst/>
          </a:prstGeom>
        </p:spPr>
      </p:pic>
      <p:sp>
        <p:nvSpPr>
          <p:cNvPr id="97" name="Content Placeholder 2"/>
          <p:cNvSpPr/>
          <p:nvPr>
            <p:custDataLst>
              <p:tags r:id="rId5"/>
            </p:custDataLst>
          </p:nvPr>
        </p:nvSpPr>
        <p:spPr>
          <a:xfrm>
            <a:off x="1819275" y="3776345"/>
            <a:ext cx="3220720" cy="575310"/>
          </a:xfrm>
          <a:prstGeom prst="rect">
            <a:avLst/>
          </a:prstGeom>
        </p:spPr>
        <p:txBody>
          <a:bodyPr wrap="square" bIns="46990" rtlCol="0" anchor="t">
            <a:normAutofit/>
          </a:bodyPr>
          <a:p>
            <a:pPr lvl="0" algn="l">
              <a:lnSpc>
                <a:spcPct val="130000"/>
              </a:lnSpc>
              <a:spcAft>
                <a:spcPts val="1000"/>
              </a:spcAft>
              <a:buClr>
                <a:srgbClr val="E24848"/>
              </a:buClr>
              <a:buSzTx/>
              <a:buFontTx/>
            </a:pPr>
            <a:endParaRPr lang="pt-PT" altLang="en-US" sz="1200">
              <a:solidFill>
                <a:schemeClr val="bg1">
                  <a:lumMod val="85000"/>
                </a:schemeClr>
              </a:solidFill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+mn-ea"/>
            </a:endParaRPr>
          </a:p>
        </p:txBody>
      </p:sp>
      <p:sp>
        <p:nvSpPr>
          <p:cNvPr id="19" name="平行四边形 18"/>
          <p:cNvSpPr/>
          <p:nvPr>
            <p:custDataLst>
              <p:tags r:id="rId6"/>
            </p:custDataLst>
          </p:nvPr>
        </p:nvSpPr>
        <p:spPr>
          <a:xfrm rot="10800000">
            <a:off x="577215" y="2099945"/>
            <a:ext cx="4771390" cy="2648585"/>
          </a:xfrm>
          <a:prstGeom prst="parallelogram">
            <a:avLst>
              <a:gd name="adj" fmla="val 0"/>
            </a:avLst>
          </a:prstGeom>
          <a:solidFill>
            <a:schemeClr val="accent3">
              <a:alpha val="10000"/>
            </a:schemeClr>
          </a:solidFill>
          <a:ln w="38100">
            <a:gradFill>
              <a:gsLst>
                <a:gs pos="2000">
                  <a:schemeClr val="accent6">
                    <a:alpha val="0"/>
                  </a:schemeClr>
                </a:gs>
                <a:gs pos="50000">
                  <a:schemeClr val="accent6"/>
                </a:gs>
                <a:gs pos="100000">
                  <a:schemeClr val="accent6">
                    <a:alpha val="0"/>
                  </a:schemeClr>
                </a:gs>
              </a:gsLst>
              <a:lin ang="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95" name="Content Placeholder 2"/>
          <p:cNvSpPr/>
          <p:nvPr>
            <p:custDataLst>
              <p:tags r:id="rId7"/>
            </p:custDataLst>
          </p:nvPr>
        </p:nvSpPr>
        <p:spPr>
          <a:xfrm>
            <a:off x="1450975" y="2858135"/>
            <a:ext cx="3668395" cy="1713230"/>
          </a:xfrm>
          <a:prstGeom prst="rect">
            <a:avLst/>
          </a:prstGeom>
        </p:spPr>
        <p:txBody>
          <a:bodyPr wrap="square" bIns="46990" rtlCol="0" anchor="t"/>
          <a:p>
            <a:pPr marL="285750" lvl="0" indent="-285750" algn="l" fontAlgn="auto">
              <a:lnSpc>
                <a:spcPct val="130000"/>
              </a:lnSpc>
              <a:spcAft>
                <a:spcPts val="1000"/>
              </a:spcAft>
              <a:buClr>
                <a:srgbClr val="FFFFFF"/>
              </a:buClr>
              <a:buSzTx/>
              <a:buFont typeface="Wingdings" panose="05000000000000000000" charset="0"/>
              <a:buChar char="Ø"/>
            </a:pPr>
            <a:r>
              <a:rPr lang="en-US" altLang="pt-PT" sz="140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Cria</a:t>
            </a:r>
            <a:r>
              <a:rPr lang="" altLang="en-US" sz="140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ç</a:t>
            </a:r>
            <a:r>
              <a:rPr lang="en-US" altLang="en-US" sz="140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ã</a:t>
            </a:r>
            <a:r>
              <a:rPr lang="en-US" altLang="pt-PT" sz="140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o de cursos</a:t>
            </a:r>
            <a:endParaRPr lang="en-US" altLang="pt-PT" sz="1400">
              <a:solidFill>
                <a:schemeClr val="bg1">
                  <a:lumMod val="85000"/>
                </a:schemeClr>
              </a:solidFill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+mn-ea"/>
            </a:endParaRPr>
          </a:p>
          <a:p>
            <a:pPr marL="285750" lvl="0" indent="-285750" algn="l" fontAlgn="auto">
              <a:lnSpc>
                <a:spcPct val="130000"/>
              </a:lnSpc>
              <a:spcAft>
                <a:spcPts val="1000"/>
              </a:spcAft>
              <a:buClr>
                <a:srgbClr val="FFFFFF"/>
              </a:buClr>
              <a:buSzTx/>
              <a:buFont typeface="Wingdings" panose="05000000000000000000" charset="0"/>
              <a:buChar char="Ø"/>
            </a:pPr>
            <a:r>
              <a:rPr lang="en-US" altLang="pt-PT" sz="140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Gest</a:t>
            </a:r>
            <a:r>
              <a:rPr lang="en-US" altLang="en-US" sz="140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ã</a:t>
            </a:r>
            <a:r>
              <a:rPr lang="en-US" altLang="pt-PT" sz="140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o de disciplinas</a:t>
            </a:r>
            <a:endParaRPr lang="en-US" altLang="pt-PT" sz="1400">
              <a:solidFill>
                <a:schemeClr val="bg1">
                  <a:lumMod val="85000"/>
                </a:schemeClr>
              </a:solidFill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+mn-ea"/>
            </a:endParaRPr>
          </a:p>
          <a:p>
            <a:pPr marL="285750" lvl="0" indent="-285750" algn="l" fontAlgn="auto">
              <a:lnSpc>
                <a:spcPct val="130000"/>
              </a:lnSpc>
              <a:spcAft>
                <a:spcPts val="1000"/>
              </a:spcAft>
              <a:buClr>
                <a:srgbClr val="FFFFFF"/>
              </a:buClr>
              <a:buSzTx/>
              <a:buFont typeface="Wingdings" panose="05000000000000000000" charset="0"/>
              <a:buChar char="Ø"/>
            </a:pPr>
            <a:r>
              <a:rPr lang="en-US" altLang="pt-PT" sz="140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Registo de alunos</a:t>
            </a:r>
            <a:endParaRPr lang="en-US" altLang="pt-PT" sz="1400">
              <a:solidFill>
                <a:schemeClr val="bg1">
                  <a:lumMod val="85000"/>
                </a:schemeClr>
              </a:solidFill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+mn-ea"/>
            </a:endParaRPr>
          </a:p>
          <a:p>
            <a:pPr marL="285750" lvl="0" indent="-285750" algn="l" fontAlgn="auto">
              <a:lnSpc>
                <a:spcPct val="130000"/>
              </a:lnSpc>
              <a:spcAft>
                <a:spcPts val="1000"/>
              </a:spcAft>
              <a:buClr>
                <a:srgbClr val="FFFFFF"/>
              </a:buClr>
              <a:buSzTx/>
              <a:buFont typeface="Wingdings" panose="05000000000000000000" charset="0"/>
              <a:buChar char="Ø"/>
            </a:pPr>
            <a:r>
              <a:rPr lang="en-US" altLang="pt-PT" sz="140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Pondera</a:t>
            </a:r>
            <a:r>
              <a:rPr lang="" altLang="en-US" sz="140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ç</a:t>
            </a:r>
            <a:r>
              <a:rPr lang="en-US" altLang="en-US" sz="140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ã</a:t>
            </a:r>
            <a:r>
              <a:rPr lang="en-US" altLang="pt-PT" sz="140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o de notas</a:t>
            </a:r>
            <a:endParaRPr lang="en-US" altLang="pt-PT" sz="1400">
              <a:solidFill>
                <a:schemeClr val="bg1">
                  <a:lumMod val="85000"/>
                </a:schemeClr>
              </a:solidFill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+mn-ea"/>
            </a:endParaRPr>
          </a:p>
        </p:txBody>
      </p:sp>
      <p:sp>
        <p:nvSpPr>
          <p:cNvPr id="11" name="Content Placeholder 2"/>
          <p:cNvSpPr/>
          <p:nvPr>
            <p:custDataLst>
              <p:tags r:id="rId8"/>
            </p:custDataLst>
          </p:nvPr>
        </p:nvSpPr>
        <p:spPr>
          <a:xfrm>
            <a:off x="1285240" y="2322195"/>
            <a:ext cx="3354070" cy="903605"/>
          </a:xfrm>
          <a:prstGeom prst="rect">
            <a:avLst/>
          </a:prstGeom>
        </p:spPr>
        <p:txBody>
          <a:bodyPr wrap="square" bIns="46990" rtlCol="0" anchor="t">
            <a:normAutofit/>
          </a:bodyPr>
          <a:p>
            <a:pPr lvl="0" indent="0" algn="l" fontAlgn="auto">
              <a:lnSpc>
                <a:spcPct val="130000"/>
              </a:lnSpc>
              <a:spcAft>
                <a:spcPts val="1000"/>
              </a:spcAft>
              <a:buClr>
                <a:srgbClr val="FFFFFF"/>
              </a:buClr>
              <a:buSzTx/>
              <a:buFont typeface="Wingdings" panose="05000000000000000000" charset="0"/>
              <a:buNone/>
            </a:pPr>
            <a:r>
              <a:rPr lang="pt-PT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Funções:</a:t>
            </a:r>
            <a:endParaRPr lang="pt-PT">
              <a:solidFill>
                <a:schemeClr val="bg1">
                  <a:lumMod val="85000"/>
                </a:schemeClr>
              </a:solidFill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+mn-ea"/>
            </a:endParaRPr>
          </a:p>
        </p:txBody>
      </p:sp>
      <p:pic>
        <p:nvPicPr>
          <p:cNvPr id="61" name="图片 60" descr="343435383036303b343532343135383bcfeec4bfd0adb5f7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58520" y="2379345"/>
            <a:ext cx="370840" cy="370840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29910" y="1751965"/>
            <a:ext cx="6131560" cy="4624070"/>
          </a:xfrm>
          <a:prstGeom prst="rect">
            <a:avLst/>
          </a:prstGeom>
        </p:spPr>
      </p:pic>
      <p:sp>
        <p:nvSpPr>
          <p:cNvPr id="31" name="Round Same Side Corner Rectangle 59"/>
          <p:cNvSpPr/>
          <p:nvPr/>
        </p:nvSpPr>
        <p:spPr>
          <a:xfrm rot="5400000">
            <a:off x="2575560" y="3746500"/>
            <a:ext cx="667385" cy="4420870"/>
          </a:xfrm>
          <a:prstGeom prst="round2SameRect">
            <a:avLst>
              <a:gd name="adj1" fmla="val 50000"/>
              <a:gd name="adj2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9709" tIns="54855" rIns="109709" bIns="54855" rtlCol="0" anchor="ctr"/>
          <a:p>
            <a:pPr algn="r"/>
            <a:endParaRPr lang="bg-BG" sz="900" dirty="0">
              <a:latin typeface="Inter Black" panose="02000503000000020004" charset="0"/>
              <a:cs typeface="Inter" panose="02000503000000020004" charset="0"/>
            </a:endParaRPr>
          </a:p>
        </p:txBody>
      </p:sp>
      <p:sp>
        <p:nvSpPr>
          <p:cNvPr id="20" name="Caixa de Texto 19"/>
          <p:cNvSpPr txBox="1"/>
          <p:nvPr/>
        </p:nvSpPr>
        <p:spPr>
          <a:xfrm>
            <a:off x="1018540" y="5749925"/>
            <a:ext cx="3781425" cy="4337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pt-PT" altLang="en-US"/>
              <a:t>T1 * 0.4 + T2*0.4+ T3*0.2 = NF</a:t>
            </a:r>
            <a:endParaRPr lang="pt-PT" altLang="en-US"/>
          </a:p>
        </p:txBody>
      </p:sp>
      <p:sp>
        <p:nvSpPr>
          <p:cNvPr id="21" name="Content Placeholder 2"/>
          <p:cNvSpPr/>
          <p:nvPr>
            <p:custDataLst>
              <p:tags r:id="rId13"/>
            </p:custDataLst>
          </p:nvPr>
        </p:nvSpPr>
        <p:spPr>
          <a:xfrm>
            <a:off x="899160" y="5280660"/>
            <a:ext cx="3354070" cy="903605"/>
          </a:xfrm>
          <a:prstGeom prst="rect">
            <a:avLst/>
          </a:prstGeom>
        </p:spPr>
        <p:txBody>
          <a:bodyPr wrap="square" bIns="46990" rtlCol="0" anchor="t">
            <a:normAutofit/>
          </a:bodyPr>
          <a:p>
            <a:pPr lvl="0" indent="0" algn="l" fontAlgn="auto">
              <a:lnSpc>
                <a:spcPct val="130000"/>
              </a:lnSpc>
              <a:spcAft>
                <a:spcPts val="1000"/>
              </a:spcAft>
              <a:buClr>
                <a:srgbClr val="FFFFFF"/>
              </a:buClr>
              <a:buSzTx/>
              <a:buFont typeface="Wingdings" panose="05000000000000000000" charset="0"/>
              <a:buNone/>
            </a:pPr>
            <a:r>
              <a:rPr lang="pt-PT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Ponderação:</a:t>
            </a:r>
            <a:endParaRPr lang="pt-PT">
              <a:solidFill>
                <a:schemeClr val="bg1">
                  <a:lumMod val="85000"/>
                </a:schemeClr>
              </a:solidFill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+mn-ea"/>
            </a:endParaRPr>
          </a:p>
        </p:txBody>
      </p:sp>
    </p:spTree>
    <p:custDataLst>
      <p:tags r:id="rId14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4" descr="VCG2112800586751"/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 flipH="1">
            <a:off x="4445" y="0"/>
            <a:ext cx="12183110" cy="6858000"/>
          </a:xfrm>
          <a:prstGeom prst="rect">
            <a:avLst/>
          </a:prstGeom>
        </p:spPr>
      </p:pic>
      <p:sp>
        <p:nvSpPr>
          <p:cNvPr id="3" name="半闭框 54"/>
          <p:cNvSpPr/>
          <p:nvPr/>
        </p:nvSpPr>
        <p:spPr>
          <a:xfrm rot="10800000" flipH="1" flipV="1">
            <a:off x="411554" y="281181"/>
            <a:ext cx="336092" cy="336092"/>
          </a:xfrm>
          <a:prstGeom prst="halfFrame">
            <a:avLst>
              <a:gd name="adj1" fmla="val 11939"/>
              <a:gd name="adj2" fmla="val 13392"/>
            </a:avLst>
          </a:prstGeom>
          <a:gradFill>
            <a:gsLst>
              <a:gs pos="0">
                <a:schemeClr val="accent1"/>
              </a:gs>
              <a:gs pos="70000">
                <a:schemeClr val="accent6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Inter" panose="02000503000000020004" charset="0"/>
            </a:endParaRPr>
          </a:p>
        </p:txBody>
      </p:sp>
      <p:sp>
        <p:nvSpPr>
          <p:cNvPr id="5" name="半闭框 38"/>
          <p:cNvSpPr/>
          <p:nvPr/>
        </p:nvSpPr>
        <p:spPr>
          <a:xfrm flipH="1" flipV="1">
            <a:off x="11538024" y="6271771"/>
            <a:ext cx="336092" cy="336092"/>
          </a:xfrm>
          <a:prstGeom prst="halfFrame">
            <a:avLst>
              <a:gd name="adj1" fmla="val 11939"/>
              <a:gd name="adj2" fmla="val 13392"/>
            </a:avLst>
          </a:prstGeom>
          <a:gradFill>
            <a:gsLst>
              <a:gs pos="0">
                <a:schemeClr val="accent1"/>
              </a:gs>
              <a:gs pos="70000">
                <a:schemeClr val="accent6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Inter" panose="02000503000000020004" charset="0"/>
            </a:endParaRPr>
          </a:p>
        </p:txBody>
      </p:sp>
      <p:grpSp>
        <p:nvGrpSpPr>
          <p:cNvPr id="6" name="组合 26"/>
          <p:cNvGrpSpPr/>
          <p:nvPr/>
        </p:nvGrpSpPr>
        <p:grpSpPr>
          <a:xfrm>
            <a:off x="381000" y="2009140"/>
            <a:ext cx="11430635" cy="2839720"/>
            <a:chOff x="264" y="3164"/>
            <a:chExt cx="18001" cy="4472"/>
          </a:xfrm>
        </p:grpSpPr>
        <p:grpSp>
          <p:nvGrpSpPr>
            <p:cNvPr id="7" name="组合 24"/>
            <p:cNvGrpSpPr/>
            <p:nvPr/>
          </p:nvGrpSpPr>
          <p:grpSpPr>
            <a:xfrm>
              <a:off x="264" y="3395"/>
              <a:ext cx="3779" cy="4010"/>
              <a:chOff x="264" y="3729"/>
              <a:chExt cx="3779" cy="4010"/>
            </a:xfrm>
          </p:grpSpPr>
          <p:cxnSp>
            <p:nvCxnSpPr>
              <p:cNvPr id="9" name="直接连接符 15"/>
              <p:cNvCxnSpPr/>
              <p:nvPr/>
            </p:nvCxnSpPr>
            <p:spPr>
              <a:xfrm flipH="1">
                <a:off x="1271" y="3729"/>
                <a:ext cx="2773" cy="4010"/>
              </a:xfrm>
              <a:prstGeom prst="line">
                <a:avLst/>
              </a:prstGeom>
              <a:ln>
                <a:gradFill>
                  <a:gsLst>
                    <a:gs pos="29000">
                      <a:schemeClr val="accent1"/>
                    </a:gs>
                    <a:gs pos="100000">
                      <a:srgbClr val="0439D9">
                        <a:alpha val="0"/>
                      </a:srgbClr>
                    </a:gs>
                  </a:gsLst>
                  <a:lin ang="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直接连接符 16"/>
              <p:cNvCxnSpPr/>
              <p:nvPr/>
            </p:nvCxnSpPr>
            <p:spPr>
              <a:xfrm flipH="1">
                <a:off x="264" y="3729"/>
                <a:ext cx="2773" cy="4010"/>
              </a:xfrm>
              <a:prstGeom prst="line">
                <a:avLst/>
              </a:prstGeom>
              <a:ln>
                <a:gradFill>
                  <a:gsLst>
                    <a:gs pos="29000">
                      <a:schemeClr val="accent1"/>
                    </a:gs>
                    <a:gs pos="100000">
                      <a:srgbClr val="0439D9">
                        <a:alpha val="0"/>
                      </a:srgbClr>
                    </a:gs>
                  </a:gsLst>
                  <a:lin ang="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组合 23"/>
            <p:cNvGrpSpPr/>
            <p:nvPr/>
          </p:nvGrpSpPr>
          <p:grpSpPr>
            <a:xfrm>
              <a:off x="14486" y="3395"/>
              <a:ext cx="3779" cy="4010"/>
              <a:chOff x="14486" y="3395"/>
              <a:chExt cx="3779" cy="4010"/>
            </a:xfrm>
          </p:grpSpPr>
          <p:cxnSp>
            <p:nvCxnSpPr>
              <p:cNvPr id="12" name="直接连接符 20"/>
              <p:cNvCxnSpPr/>
              <p:nvPr/>
            </p:nvCxnSpPr>
            <p:spPr>
              <a:xfrm flipH="1">
                <a:off x="15493" y="3395"/>
                <a:ext cx="2773" cy="4010"/>
              </a:xfrm>
              <a:prstGeom prst="line">
                <a:avLst/>
              </a:prstGeom>
              <a:ln>
                <a:gradFill>
                  <a:gsLst>
                    <a:gs pos="29000">
                      <a:schemeClr val="accent6"/>
                    </a:gs>
                    <a:gs pos="100000">
                      <a:schemeClr val="accent6">
                        <a:alpha val="0"/>
                      </a:schemeClr>
                    </a:gs>
                  </a:gsLst>
                  <a:lin ang="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21"/>
              <p:cNvCxnSpPr/>
              <p:nvPr/>
            </p:nvCxnSpPr>
            <p:spPr>
              <a:xfrm flipH="1">
                <a:off x="14486" y="3395"/>
                <a:ext cx="2773" cy="4010"/>
              </a:xfrm>
              <a:prstGeom prst="line">
                <a:avLst/>
              </a:prstGeom>
              <a:ln>
                <a:gradFill>
                  <a:gsLst>
                    <a:gs pos="29000">
                      <a:schemeClr val="accent6"/>
                    </a:gs>
                    <a:gs pos="100000">
                      <a:schemeClr val="accent6">
                        <a:alpha val="0"/>
                      </a:schemeClr>
                    </a:gs>
                  </a:gsLst>
                  <a:lin ang="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" name="组合 25"/>
            <p:cNvGrpSpPr/>
            <p:nvPr/>
          </p:nvGrpSpPr>
          <p:grpSpPr>
            <a:xfrm>
              <a:off x="1999" y="3164"/>
              <a:ext cx="14378" cy="4472"/>
              <a:chOff x="1999" y="3283"/>
              <a:chExt cx="14378" cy="4472"/>
            </a:xfrm>
          </p:grpSpPr>
          <p:grpSp>
            <p:nvGrpSpPr>
              <p:cNvPr id="18" name="组合 3"/>
              <p:cNvGrpSpPr/>
              <p:nvPr/>
            </p:nvGrpSpPr>
            <p:grpSpPr>
              <a:xfrm>
                <a:off x="1999" y="3283"/>
                <a:ext cx="14378" cy="4472"/>
                <a:chOff x="3417" y="3934"/>
                <a:chExt cx="11388" cy="3542"/>
              </a:xfrm>
            </p:grpSpPr>
            <p:sp>
              <p:nvSpPr>
                <p:cNvPr id="19" name="平行四边形 63"/>
                <p:cNvSpPr/>
                <p:nvPr>
                  <p:custDataLst>
                    <p:tags r:id="rId2"/>
                  </p:custDataLst>
                </p:nvPr>
              </p:nvSpPr>
              <p:spPr>
                <a:xfrm rot="10800000">
                  <a:off x="4267" y="3934"/>
                  <a:ext cx="10538" cy="3119"/>
                </a:xfrm>
                <a:prstGeom prst="parallelogram">
                  <a:avLst>
                    <a:gd name="adj" fmla="val 68862"/>
                  </a:avLst>
                </a:prstGeom>
                <a:solidFill>
                  <a:schemeClr val="accent3">
                    <a:alpha val="15000"/>
                  </a:schemeClr>
                </a:solidFill>
                <a:ln w="38100">
                  <a:gradFill>
                    <a:gsLst>
                      <a:gs pos="2000">
                        <a:schemeClr val="accent6">
                          <a:alpha val="0"/>
                        </a:schemeClr>
                      </a:gs>
                      <a:gs pos="50000">
                        <a:schemeClr val="accent6"/>
                      </a:gs>
                      <a:gs pos="100000">
                        <a:schemeClr val="accent6">
                          <a:alpha val="0"/>
                        </a:schemeClr>
                      </a:gs>
                    </a:gsLst>
                    <a:lin ang="0" scaled="1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dirty="0">
                    <a:solidFill>
                      <a:schemeClr val="lt1"/>
                    </a:solidFill>
                    <a:cs typeface="Inter" panose="02000503000000020004" charset="0"/>
                  </a:endParaRPr>
                </a:p>
              </p:txBody>
            </p:sp>
            <p:sp>
              <p:nvSpPr>
                <p:cNvPr id="20" name="平行四边形 62"/>
                <p:cNvSpPr/>
                <p:nvPr>
                  <p:custDataLst>
                    <p:tags r:id="rId3"/>
                  </p:custDataLst>
                </p:nvPr>
              </p:nvSpPr>
              <p:spPr>
                <a:xfrm rot="10800000">
                  <a:off x="3417" y="4357"/>
                  <a:ext cx="10537" cy="3119"/>
                </a:xfrm>
                <a:prstGeom prst="parallelogram">
                  <a:avLst>
                    <a:gd name="adj" fmla="val 68862"/>
                  </a:avLst>
                </a:prstGeom>
                <a:noFill/>
                <a:ln w="41275">
                  <a:gradFill>
                    <a:gsLst>
                      <a:gs pos="2000">
                        <a:schemeClr val="accent1">
                          <a:alpha val="0"/>
                        </a:schemeClr>
                      </a:gs>
                      <a:gs pos="50000">
                        <a:schemeClr val="accent1"/>
                      </a:gs>
                      <a:gs pos="100000">
                        <a:schemeClr val="accent1">
                          <a:alpha val="0"/>
                        </a:schemeClr>
                      </a:gs>
                    </a:gsLst>
                    <a:lin ang="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chemeClr val="lt1"/>
                    </a:solidFill>
                    <a:cs typeface="Inter" panose="02000503000000020004" charset="0"/>
                  </a:endParaRPr>
                </a:p>
              </p:txBody>
            </p:sp>
          </p:grpSp>
          <p:sp>
            <p:nvSpPr>
              <p:cNvPr id="28" name="文本框 64"/>
              <p:cNvSpPr txBox="1"/>
              <p:nvPr/>
            </p:nvSpPr>
            <p:spPr>
              <a:xfrm flipH="1">
                <a:off x="7580" y="4235"/>
                <a:ext cx="6404" cy="25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pt-PT" altLang="zh-CN" sz="5000" i="1" cap="all" dirty="0">
                    <a:solidFill>
                      <a:schemeClr val="bg2"/>
                    </a:solidFill>
                    <a:uFillTx/>
                    <a:latin typeface="Inter Black" panose="02000503000000020004" charset="0"/>
                    <a:ea typeface="Inter Black" panose="02000503000000020004" charset="0"/>
                    <a:cs typeface="Inter" panose="02000503000000020004" charset="0"/>
                  </a:rPr>
                  <a:t>HTML/css/Java </a:t>
                </a:r>
                <a:endParaRPr lang="pt-PT" altLang="zh-CN" sz="5000" i="1" cap="all" dirty="0">
                  <a:solidFill>
                    <a:schemeClr val="bg2"/>
                  </a:solidFill>
                  <a:uFillTx/>
                  <a:latin typeface="Inter Black" panose="02000503000000020004" charset="0"/>
                  <a:ea typeface="Inter Black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29" name="文本框 7"/>
              <p:cNvSpPr txBox="1"/>
              <p:nvPr>
                <p:custDataLst>
                  <p:tags r:id="rId4"/>
                </p:custDataLst>
              </p:nvPr>
            </p:nvSpPr>
            <p:spPr>
              <a:xfrm flipH="1">
                <a:off x="3778" y="3998"/>
                <a:ext cx="3927" cy="29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1500" i="1" dirty="0">
                    <a:ln>
                      <a:solidFill>
                        <a:schemeClr val="bg1"/>
                      </a:solidFill>
                    </a:ln>
                    <a:noFill/>
                    <a:latin typeface="Inter Black" panose="02000503000000020004" charset="0"/>
                    <a:ea typeface="Inter Black" panose="02000503000000020004" charset="0"/>
                    <a:cs typeface="Inter" panose="02000503000000020004" charset="0"/>
                  </a:rPr>
                  <a:t>0</a:t>
                </a:r>
                <a:r>
                  <a:rPr lang="pt-PT" altLang="en-US" sz="11500" i="1" dirty="0">
                    <a:ln>
                      <a:solidFill>
                        <a:schemeClr val="bg1"/>
                      </a:solidFill>
                    </a:ln>
                    <a:noFill/>
                    <a:latin typeface="Inter Black" panose="02000503000000020004" charset="0"/>
                    <a:ea typeface="Inter Black" panose="02000503000000020004" charset="0"/>
                    <a:cs typeface="Inter" panose="02000503000000020004" charset="0"/>
                  </a:rPr>
                  <a:t>4</a:t>
                </a:r>
                <a:endParaRPr lang="pt-PT" altLang="en-US" sz="11500" i="1" dirty="0">
                  <a:ln>
                    <a:solidFill>
                      <a:schemeClr val="bg1"/>
                    </a:solidFill>
                  </a:ln>
                  <a:noFill/>
                  <a:latin typeface="Inter Black" panose="02000503000000020004" charset="0"/>
                  <a:ea typeface="Inter Black" panose="02000503000000020004" charset="0"/>
                  <a:cs typeface="Inter" panose="02000503000000020004" charset="0"/>
                </a:endParaRPr>
              </a:p>
            </p:txBody>
          </p:sp>
        </p:grpSp>
      </p:grpSp>
    </p:spTree>
    <p:custDataLst>
      <p:tags r:id="rId5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 descr="VCG2112800586751"/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0" y="0"/>
            <a:ext cx="12183110" cy="6858000"/>
          </a:xfrm>
          <a:prstGeom prst="rect">
            <a:avLst/>
          </a:prstGeom>
        </p:spPr>
      </p:pic>
      <p:sp>
        <p:nvSpPr>
          <p:cNvPr id="139" name="任意多边形: 形状 138"/>
          <p:cNvSpPr/>
          <p:nvPr>
            <p:custDataLst>
              <p:tags r:id="rId2"/>
            </p:custDataLst>
          </p:nvPr>
        </p:nvSpPr>
        <p:spPr>
          <a:xfrm rot="10800000">
            <a:off x="307658" y="793115"/>
            <a:ext cx="11576685" cy="5765165"/>
          </a:xfrm>
          <a:custGeom>
            <a:avLst/>
            <a:gdLst>
              <a:gd name="connsiteX0" fmla="*/ 0 w 10858500"/>
              <a:gd name="connsiteY0" fmla="*/ 0 h 4680000"/>
              <a:gd name="connsiteX1" fmla="*/ 10858500 w 10858500"/>
              <a:gd name="connsiteY1" fmla="*/ 0 h 4680000"/>
              <a:gd name="connsiteX2" fmla="*/ 10858500 w 10858500"/>
              <a:gd name="connsiteY2" fmla="*/ 498804 h 4680000"/>
              <a:gd name="connsiteX3" fmla="*/ 10858498 w 10858500"/>
              <a:gd name="connsiteY3" fmla="*/ 498806 h 4680000"/>
              <a:gd name="connsiteX4" fmla="*/ 10858498 w 10858500"/>
              <a:gd name="connsiteY4" fmla="*/ 489916 h 4680000"/>
              <a:gd name="connsiteX5" fmla="*/ 10798658 w 10858500"/>
              <a:gd name="connsiteY5" fmla="*/ 545937 h 4680000"/>
              <a:gd name="connsiteX6" fmla="*/ 10798658 w 10858500"/>
              <a:gd name="connsiteY6" fmla="*/ 4134061 h 4680000"/>
              <a:gd name="connsiteX7" fmla="*/ 10858498 w 10858500"/>
              <a:gd name="connsiteY7" fmla="*/ 4190082 h 4680000"/>
              <a:gd name="connsiteX8" fmla="*/ 10858498 w 10858500"/>
              <a:gd name="connsiteY8" fmla="*/ 4179297 h 4680000"/>
              <a:gd name="connsiteX9" fmla="*/ 10858500 w 10858500"/>
              <a:gd name="connsiteY9" fmla="*/ 4179299 h 4680000"/>
              <a:gd name="connsiteX10" fmla="*/ 10858500 w 10858500"/>
              <a:gd name="connsiteY10" fmla="*/ 4680000 h 4680000"/>
              <a:gd name="connsiteX11" fmla="*/ 9082087 w 10858500"/>
              <a:gd name="connsiteY11" fmla="*/ 4680000 h 4680000"/>
              <a:gd name="connsiteX12" fmla="*/ 9036435 w 10858500"/>
              <a:gd name="connsiteY12" fmla="*/ 4637262 h 4680000"/>
              <a:gd name="connsiteX13" fmla="*/ 1835005 w 10858500"/>
              <a:gd name="connsiteY13" fmla="*/ 4637262 h 4680000"/>
              <a:gd name="connsiteX14" fmla="*/ 1789353 w 10858500"/>
              <a:gd name="connsiteY14" fmla="*/ 4680000 h 4680000"/>
              <a:gd name="connsiteX15" fmla="*/ 0 w 10858500"/>
              <a:gd name="connsiteY15" fmla="*/ 4680000 h 4680000"/>
              <a:gd name="connsiteX16" fmla="*/ 0 w 10858500"/>
              <a:gd name="connsiteY16" fmla="*/ 4190082 h 4680000"/>
              <a:gd name="connsiteX17" fmla="*/ 59840 w 10858500"/>
              <a:gd name="connsiteY17" fmla="*/ 4134061 h 4680000"/>
              <a:gd name="connsiteX18" fmla="*/ 59840 w 10858500"/>
              <a:gd name="connsiteY18" fmla="*/ 545937 h 4680000"/>
              <a:gd name="connsiteX19" fmla="*/ 0 w 10858500"/>
              <a:gd name="connsiteY19" fmla="*/ 489916 h 46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858500" h="4680000">
                <a:moveTo>
                  <a:pt x="0" y="0"/>
                </a:moveTo>
                <a:lnTo>
                  <a:pt x="10858500" y="0"/>
                </a:lnTo>
                <a:lnTo>
                  <a:pt x="10858500" y="498804"/>
                </a:lnTo>
                <a:lnTo>
                  <a:pt x="10858498" y="498806"/>
                </a:lnTo>
                <a:lnTo>
                  <a:pt x="10858498" y="489916"/>
                </a:lnTo>
                <a:lnTo>
                  <a:pt x="10798658" y="545937"/>
                </a:lnTo>
                <a:lnTo>
                  <a:pt x="10798658" y="4134061"/>
                </a:lnTo>
                <a:lnTo>
                  <a:pt x="10858498" y="4190082"/>
                </a:lnTo>
                <a:lnTo>
                  <a:pt x="10858498" y="4179297"/>
                </a:lnTo>
                <a:lnTo>
                  <a:pt x="10858500" y="4179299"/>
                </a:lnTo>
                <a:lnTo>
                  <a:pt x="10858500" y="4680000"/>
                </a:lnTo>
                <a:lnTo>
                  <a:pt x="9082087" y="4680000"/>
                </a:lnTo>
                <a:lnTo>
                  <a:pt x="9036435" y="4637262"/>
                </a:lnTo>
                <a:lnTo>
                  <a:pt x="1835005" y="4637262"/>
                </a:lnTo>
                <a:lnTo>
                  <a:pt x="1789353" y="4680000"/>
                </a:lnTo>
                <a:lnTo>
                  <a:pt x="0" y="4680000"/>
                </a:lnTo>
                <a:lnTo>
                  <a:pt x="0" y="4190082"/>
                </a:lnTo>
                <a:lnTo>
                  <a:pt x="59840" y="4134061"/>
                </a:lnTo>
                <a:lnTo>
                  <a:pt x="59840" y="545937"/>
                </a:lnTo>
                <a:lnTo>
                  <a:pt x="0" y="489916"/>
                </a:lnTo>
                <a:close/>
              </a:path>
            </a:pathLst>
          </a:custGeom>
          <a:noFill/>
          <a:ln w="31750">
            <a:gradFill>
              <a:gsLst>
                <a:gs pos="0">
                  <a:schemeClr val="accent6">
                    <a:alpha val="0"/>
                    <a:lumMod val="0"/>
                    <a:lumOff val="100000"/>
                  </a:schemeClr>
                </a:gs>
                <a:gs pos="50000">
                  <a:schemeClr val="accent6"/>
                </a:gs>
                <a:gs pos="100000">
                  <a:schemeClr val="accent6">
                    <a:alpha val="0"/>
                  </a:schemeClr>
                </a:gs>
              </a:gsLst>
              <a:lin ang="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ln>
                <a:gradFill>
                  <a:gsLst>
                    <a:gs pos="0">
                      <a:srgbClr val="FFFFFF"/>
                    </a:gs>
                    <a:gs pos="51000">
                      <a:srgbClr val="FFFFFF"/>
                    </a:gs>
                  </a:gsLst>
                  <a:lin ang="5400000" scaled="0"/>
                </a:gradFill>
              </a:ln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689985" y="86360"/>
            <a:ext cx="476821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pt-PT" altLang="zh-CN" sz="4000" b="1">
                <a:solidFill>
                  <a:schemeClr val="bg1"/>
                </a:solidFill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rPr>
              <a:t>HTML/CSS/Java</a:t>
            </a:r>
            <a:endParaRPr lang="pt-PT" altLang="zh-CN" sz="2400" b="1">
              <a:solidFill>
                <a:schemeClr val="bg1"/>
              </a:solidFill>
              <a:latin typeface="Inter Black" panose="02000503000000020004" charset="0"/>
              <a:ea typeface="Inter Black" panose="02000503000000020004" charset="0"/>
              <a:cs typeface="Inter" panose="0200050300000002000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 rot="0">
            <a:off x="3063240" y="465455"/>
            <a:ext cx="878205" cy="196850"/>
            <a:chOff x="5272" y="688"/>
            <a:chExt cx="1383" cy="310"/>
          </a:xfrm>
        </p:grpSpPr>
        <p:sp>
          <p:nvSpPr>
            <p:cNvPr id="68" name="平行四边形 67"/>
            <p:cNvSpPr/>
            <p:nvPr/>
          </p:nvSpPr>
          <p:spPr>
            <a:xfrm flipV="1">
              <a:off x="6137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70" name="平行四边形 69"/>
            <p:cNvSpPr/>
            <p:nvPr/>
          </p:nvSpPr>
          <p:spPr>
            <a:xfrm flipV="1">
              <a:off x="5703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72" name="平行四边形 71"/>
            <p:cNvSpPr/>
            <p:nvPr/>
          </p:nvSpPr>
          <p:spPr>
            <a:xfrm flipV="1">
              <a:off x="5272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0" name="平行四边形 89"/>
            <p:cNvSpPr/>
            <p:nvPr/>
          </p:nvSpPr>
          <p:spPr>
            <a:xfrm flipV="1">
              <a:off x="6159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2" name="平行四边形 91"/>
            <p:cNvSpPr/>
            <p:nvPr/>
          </p:nvSpPr>
          <p:spPr>
            <a:xfrm flipV="1">
              <a:off x="5726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94" name="平行四边形 93"/>
            <p:cNvSpPr/>
            <p:nvPr/>
          </p:nvSpPr>
          <p:spPr>
            <a:xfrm flipV="1">
              <a:off x="5294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 rot="0" flipH="1">
            <a:off x="8206740" y="465455"/>
            <a:ext cx="878205" cy="196850"/>
            <a:chOff x="5272" y="688"/>
            <a:chExt cx="1383" cy="310"/>
          </a:xfrm>
        </p:grpSpPr>
        <p:sp>
          <p:nvSpPr>
            <p:cNvPr id="8" name="平行四边形 7"/>
            <p:cNvSpPr/>
            <p:nvPr/>
          </p:nvSpPr>
          <p:spPr>
            <a:xfrm flipV="1">
              <a:off x="6137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0" name="平行四边形 9"/>
            <p:cNvSpPr/>
            <p:nvPr/>
          </p:nvSpPr>
          <p:spPr>
            <a:xfrm flipV="1">
              <a:off x="5703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2" name="平行四边形 11"/>
            <p:cNvSpPr/>
            <p:nvPr/>
          </p:nvSpPr>
          <p:spPr>
            <a:xfrm flipV="1">
              <a:off x="5272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3" name="平行四边形 12"/>
            <p:cNvSpPr/>
            <p:nvPr/>
          </p:nvSpPr>
          <p:spPr>
            <a:xfrm flipV="1">
              <a:off x="6159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4" name="平行四边形 13"/>
            <p:cNvSpPr/>
            <p:nvPr/>
          </p:nvSpPr>
          <p:spPr>
            <a:xfrm flipV="1">
              <a:off x="5726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15" name="平行四边形 14"/>
            <p:cNvSpPr/>
            <p:nvPr/>
          </p:nvSpPr>
          <p:spPr>
            <a:xfrm flipV="1">
              <a:off x="5294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</p:grpSp>
      <p:sp>
        <p:nvSpPr>
          <p:cNvPr id="1105" name="COLUMN…"/>
          <p:cNvSpPr txBox="1"/>
          <p:nvPr/>
        </p:nvSpPr>
        <p:spPr>
          <a:xfrm>
            <a:off x="0" y="935990"/>
            <a:ext cx="12183110" cy="64516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p>
            <a:pPr algn="ctr">
              <a:defRPr sz="4400">
                <a:solidFill>
                  <a:srgbClr val="404040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rPr lang="pt-PT" altLang="en-US" sz="3600">
                <a:solidFill>
                  <a:schemeClr val="accent6"/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Inter Black" panose="02000503000000020004" charset="0"/>
              </a:rPr>
              <a:t>Java</a:t>
            </a:r>
            <a:endParaRPr lang="en-US" altLang="pt-PT" sz="3600">
              <a:solidFill>
                <a:schemeClr val="accent6"/>
              </a:solidFill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Inter Black" panose="02000503000000020004" charset="0"/>
            </a:endParaRPr>
          </a:p>
        </p:txBody>
      </p:sp>
      <p:sp>
        <p:nvSpPr>
          <p:cNvPr id="18" name="平行四边形 5"/>
          <p:cNvSpPr/>
          <p:nvPr>
            <p:custDataLst>
              <p:tags r:id="rId3"/>
            </p:custDataLst>
          </p:nvPr>
        </p:nvSpPr>
        <p:spPr>
          <a:xfrm rot="10800000" flipH="1">
            <a:off x="4427220" y="895985"/>
            <a:ext cx="3338830" cy="727710"/>
          </a:xfrm>
          <a:prstGeom prst="parallelogram">
            <a:avLst>
              <a:gd name="adj" fmla="val 0"/>
            </a:avLst>
          </a:prstGeom>
          <a:noFill/>
          <a:ln w="41275">
            <a:gradFill>
              <a:gsLst>
                <a:gs pos="2000">
                  <a:schemeClr val="accent1">
                    <a:alpha val="0"/>
                  </a:schemeClr>
                </a:gs>
                <a:gs pos="5000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Inter" panose="02000503000000020004" charset="0"/>
            </a:endParaRPr>
          </a:p>
        </p:txBody>
      </p:sp>
      <p:pic>
        <p:nvPicPr>
          <p:cNvPr id="2" name="Imagem 1"/>
          <p:cNvPicPr/>
          <p:nvPr/>
        </p:nvPicPr>
        <p:blipFill>
          <a:blip r:embed="rId4"/>
          <a:stretch>
            <a:fillRect/>
          </a:stretch>
        </p:blipFill>
        <p:spPr>
          <a:xfrm>
            <a:off x="2376170" y="2449195"/>
            <a:ext cx="2236470" cy="3981450"/>
          </a:xfrm>
          <a:prstGeom prst="rect">
            <a:avLst/>
          </a:prstGeom>
        </p:spPr>
      </p:pic>
      <p:sp>
        <p:nvSpPr>
          <p:cNvPr id="91" name="TextBox 16"/>
          <p:cNvSpPr txBox="1"/>
          <p:nvPr/>
        </p:nvSpPr>
        <p:spPr>
          <a:xfrm>
            <a:off x="2406650" y="1646555"/>
            <a:ext cx="2251075" cy="6508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pt-PT" altLang="zh-CN" sz="2000" spc="100" dirty="0">
                <a:solidFill>
                  <a:schemeClr val="accent1"/>
                </a:solidFill>
                <a:uFillTx/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Organização Das Pastas</a:t>
            </a:r>
            <a:endParaRPr lang="pt-PT" altLang="zh-CN" sz="2000" spc="100" dirty="0">
              <a:solidFill>
                <a:schemeClr val="accent1"/>
              </a:solidFill>
              <a:uFillTx/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+mn-ea"/>
            </a:endParaRPr>
          </a:p>
        </p:txBody>
      </p:sp>
      <p:sp>
        <p:nvSpPr>
          <p:cNvPr id="30" name="平行四边形 28"/>
          <p:cNvSpPr/>
          <p:nvPr>
            <p:custDataLst>
              <p:tags r:id="rId5"/>
            </p:custDataLst>
          </p:nvPr>
        </p:nvSpPr>
        <p:spPr>
          <a:xfrm rot="10800000" flipH="1">
            <a:off x="1824990" y="1623695"/>
            <a:ext cx="2999740" cy="673735"/>
          </a:xfrm>
          <a:prstGeom prst="parallelogram">
            <a:avLst>
              <a:gd name="adj" fmla="val 0"/>
            </a:avLst>
          </a:prstGeom>
          <a:noFill/>
          <a:ln w="41275">
            <a:gradFill>
              <a:gsLst>
                <a:gs pos="2000">
                  <a:schemeClr val="accent1">
                    <a:alpha val="0"/>
                  </a:schemeClr>
                </a:gs>
                <a:gs pos="5000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Inter" panose="02000503000000020004" charset="0"/>
            </a:endParaRPr>
          </a:p>
        </p:txBody>
      </p:sp>
      <p:pic>
        <p:nvPicPr>
          <p:cNvPr id="9" name="Imagem 8" descr="im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28920" y="2458085"/>
            <a:ext cx="5208270" cy="364744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6743065" y="1646555"/>
            <a:ext cx="2251075" cy="6508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pt-PT" altLang="zh-CN" sz="2000" spc="100" dirty="0">
                <a:solidFill>
                  <a:schemeClr val="accent1"/>
                </a:solidFill>
                <a:uFillTx/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Código JS</a:t>
            </a:r>
            <a:endParaRPr lang="pt-PT" altLang="zh-CN" sz="2000" spc="100" dirty="0">
              <a:solidFill>
                <a:schemeClr val="accent1"/>
              </a:solidFill>
              <a:uFillTx/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+mn-ea"/>
            </a:endParaRPr>
          </a:p>
        </p:txBody>
      </p:sp>
      <p:sp>
        <p:nvSpPr>
          <p:cNvPr id="19" name="平行四边形 28"/>
          <p:cNvSpPr/>
          <p:nvPr>
            <p:custDataLst>
              <p:tags r:id="rId7"/>
            </p:custDataLst>
          </p:nvPr>
        </p:nvSpPr>
        <p:spPr>
          <a:xfrm rot="10800000" flipH="1">
            <a:off x="6161405" y="1623695"/>
            <a:ext cx="2999740" cy="673735"/>
          </a:xfrm>
          <a:prstGeom prst="parallelogram">
            <a:avLst>
              <a:gd name="adj" fmla="val 0"/>
            </a:avLst>
          </a:prstGeom>
          <a:noFill/>
          <a:ln w="41275">
            <a:gradFill>
              <a:gsLst>
                <a:gs pos="2000">
                  <a:schemeClr val="accent1">
                    <a:alpha val="0"/>
                  </a:schemeClr>
                </a:gs>
                <a:gs pos="5000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Inter" panose="02000503000000020004" charset="0"/>
            </a:endParaRPr>
          </a:p>
        </p:txBody>
      </p:sp>
    </p:spTree>
    <p:custDataLst>
      <p:tags r:id="rId8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 descr="VCG2112800586751"/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0" y="0"/>
            <a:ext cx="12183110" cy="6858000"/>
          </a:xfrm>
          <a:prstGeom prst="rect">
            <a:avLst/>
          </a:prstGeom>
        </p:spPr>
      </p:pic>
      <p:sp>
        <p:nvSpPr>
          <p:cNvPr id="139" name="任意多边形: 形状 138"/>
          <p:cNvSpPr/>
          <p:nvPr>
            <p:custDataLst>
              <p:tags r:id="rId2"/>
            </p:custDataLst>
          </p:nvPr>
        </p:nvSpPr>
        <p:spPr>
          <a:xfrm rot="10800000">
            <a:off x="307658" y="793115"/>
            <a:ext cx="11576685" cy="5765165"/>
          </a:xfrm>
          <a:custGeom>
            <a:avLst/>
            <a:gdLst>
              <a:gd name="connsiteX0" fmla="*/ 0 w 10858500"/>
              <a:gd name="connsiteY0" fmla="*/ 0 h 4680000"/>
              <a:gd name="connsiteX1" fmla="*/ 10858500 w 10858500"/>
              <a:gd name="connsiteY1" fmla="*/ 0 h 4680000"/>
              <a:gd name="connsiteX2" fmla="*/ 10858500 w 10858500"/>
              <a:gd name="connsiteY2" fmla="*/ 498804 h 4680000"/>
              <a:gd name="connsiteX3" fmla="*/ 10858498 w 10858500"/>
              <a:gd name="connsiteY3" fmla="*/ 498806 h 4680000"/>
              <a:gd name="connsiteX4" fmla="*/ 10858498 w 10858500"/>
              <a:gd name="connsiteY4" fmla="*/ 489916 h 4680000"/>
              <a:gd name="connsiteX5" fmla="*/ 10798658 w 10858500"/>
              <a:gd name="connsiteY5" fmla="*/ 545937 h 4680000"/>
              <a:gd name="connsiteX6" fmla="*/ 10798658 w 10858500"/>
              <a:gd name="connsiteY6" fmla="*/ 4134061 h 4680000"/>
              <a:gd name="connsiteX7" fmla="*/ 10858498 w 10858500"/>
              <a:gd name="connsiteY7" fmla="*/ 4190082 h 4680000"/>
              <a:gd name="connsiteX8" fmla="*/ 10858498 w 10858500"/>
              <a:gd name="connsiteY8" fmla="*/ 4179297 h 4680000"/>
              <a:gd name="connsiteX9" fmla="*/ 10858500 w 10858500"/>
              <a:gd name="connsiteY9" fmla="*/ 4179299 h 4680000"/>
              <a:gd name="connsiteX10" fmla="*/ 10858500 w 10858500"/>
              <a:gd name="connsiteY10" fmla="*/ 4680000 h 4680000"/>
              <a:gd name="connsiteX11" fmla="*/ 9082087 w 10858500"/>
              <a:gd name="connsiteY11" fmla="*/ 4680000 h 4680000"/>
              <a:gd name="connsiteX12" fmla="*/ 9036435 w 10858500"/>
              <a:gd name="connsiteY12" fmla="*/ 4637262 h 4680000"/>
              <a:gd name="connsiteX13" fmla="*/ 1835005 w 10858500"/>
              <a:gd name="connsiteY13" fmla="*/ 4637262 h 4680000"/>
              <a:gd name="connsiteX14" fmla="*/ 1789353 w 10858500"/>
              <a:gd name="connsiteY14" fmla="*/ 4680000 h 4680000"/>
              <a:gd name="connsiteX15" fmla="*/ 0 w 10858500"/>
              <a:gd name="connsiteY15" fmla="*/ 4680000 h 4680000"/>
              <a:gd name="connsiteX16" fmla="*/ 0 w 10858500"/>
              <a:gd name="connsiteY16" fmla="*/ 4190082 h 4680000"/>
              <a:gd name="connsiteX17" fmla="*/ 59840 w 10858500"/>
              <a:gd name="connsiteY17" fmla="*/ 4134061 h 4680000"/>
              <a:gd name="connsiteX18" fmla="*/ 59840 w 10858500"/>
              <a:gd name="connsiteY18" fmla="*/ 545937 h 4680000"/>
              <a:gd name="connsiteX19" fmla="*/ 0 w 10858500"/>
              <a:gd name="connsiteY19" fmla="*/ 489916 h 46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858500" h="4680000">
                <a:moveTo>
                  <a:pt x="0" y="0"/>
                </a:moveTo>
                <a:lnTo>
                  <a:pt x="10858500" y="0"/>
                </a:lnTo>
                <a:lnTo>
                  <a:pt x="10858500" y="498804"/>
                </a:lnTo>
                <a:lnTo>
                  <a:pt x="10858498" y="498806"/>
                </a:lnTo>
                <a:lnTo>
                  <a:pt x="10858498" y="489916"/>
                </a:lnTo>
                <a:lnTo>
                  <a:pt x="10798658" y="545937"/>
                </a:lnTo>
                <a:lnTo>
                  <a:pt x="10798658" y="4134061"/>
                </a:lnTo>
                <a:lnTo>
                  <a:pt x="10858498" y="4190082"/>
                </a:lnTo>
                <a:lnTo>
                  <a:pt x="10858498" y="4179297"/>
                </a:lnTo>
                <a:lnTo>
                  <a:pt x="10858500" y="4179299"/>
                </a:lnTo>
                <a:lnTo>
                  <a:pt x="10858500" y="4680000"/>
                </a:lnTo>
                <a:lnTo>
                  <a:pt x="9082087" y="4680000"/>
                </a:lnTo>
                <a:lnTo>
                  <a:pt x="9036435" y="4637262"/>
                </a:lnTo>
                <a:lnTo>
                  <a:pt x="1835005" y="4637262"/>
                </a:lnTo>
                <a:lnTo>
                  <a:pt x="1789353" y="4680000"/>
                </a:lnTo>
                <a:lnTo>
                  <a:pt x="0" y="4680000"/>
                </a:lnTo>
                <a:lnTo>
                  <a:pt x="0" y="4190082"/>
                </a:lnTo>
                <a:lnTo>
                  <a:pt x="59840" y="4134061"/>
                </a:lnTo>
                <a:lnTo>
                  <a:pt x="59840" y="545937"/>
                </a:lnTo>
                <a:lnTo>
                  <a:pt x="0" y="489916"/>
                </a:lnTo>
                <a:close/>
              </a:path>
            </a:pathLst>
          </a:custGeom>
          <a:noFill/>
          <a:ln w="31750">
            <a:gradFill>
              <a:gsLst>
                <a:gs pos="0">
                  <a:schemeClr val="accent6">
                    <a:alpha val="0"/>
                    <a:lumMod val="0"/>
                    <a:lumOff val="100000"/>
                  </a:schemeClr>
                </a:gs>
                <a:gs pos="50000">
                  <a:schemeClr val="accent6"/>
                </a:gs>
                <a:gs pos="100000">
                  <a:schemeClr val="accent6">
                    <a:alpha val="0"/>
                  </a:schemeClr>
                </a:gs>
              </a:gsLst>
              <a:lin ang="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ln>
                <a:gradFill>
                  <a:gsLst>
                    <a:gs pos="0">
                      <a:srgbClr val="FFFFFF"/>
                    </a:gs>
                    <a:gs pos="51000">
                      <a:srgbClr val="FFFFFF"/>
                    </a:gs>
                  </a:gsLst>
                  <a:lin ang="5400000" scaled="0"/>
                </a:gradFill>
              </a:ln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1105" name="COLUMN…"/>
          <p:cNvSpPr txBox="1"/>
          <p:nvPr/>
        </p:nvSpPr>
        <p:spPr>
          <a:xfrm>
            <a:off x="0" y="935990"/>
            <a:ext cx="12183110" cy="64516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p>
            <a:pPr algn="ctr">
              <a:defRPr sz="4400">
                <a:solidFill>
                  <a:srgbClr val="404040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rPr lang="pt-PT" altLang="en-US" sz="3600">
                <a:solidFill>
                  <a:schemeClr val="accent6"/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Inter Black" panose="02000503000000020004" charset="0"/>
              </a:rPr>
              <a:t>HTML e CSS</a:t>
            </a:r>
            <a:endParaRPr lang="en-US" altLang="pt-PT" sz="3600">
              <a:solidFill>
                <a:schemeClr val="accent6"/>
              </a:solidFill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Inter Black" panose="02000503000000020004" charset="0"/>
            </a:endParaRPr>
          </a:p>
        </p:txBody>
      </p:sp>
      <p:sp>
        <p:nvSpPr>
          <p:cNvPr id="18" name="平行四边形 5"/>
          <p:cNvSpPr/>
          <p:nvPr>
            <p:custDataLst>
              <p:tags r:id="rId3"/>
            </p:custDataLst>
          </p:nvPr>
        </p:nvSpPr>
        <p:spPr>
          <a:xfrm rot="10800000" flipH="1">
            <a:off x="4427220" y="895985"/>
            <a:ext cx="3338830" cy="727710"/>
          </a:xfrm>
          <a:prstGeom prst="parallelogram">
            <a:avLst>
              <a:gd name="adj" fmla="val 0"/>
            </a:avLst>
          </a:prstGeom>
          <a:noFill/>
          <a:ln w="41275">
            <a:gradFill>
              <a:gsLst>
                <a:gs pos="2000">
                  <a:schemeClr val="accent1">
                    <a:alpha val="0"/>
                  </a:schemeClr>
                </a:gs>
                <a:gs pos="5000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25" name="文本框 10"/>
          <p:cNvSpPr txBox="1"/>
          <p:nvPr/>
        </p:nvSpPr>
        <p:spPr>
          <a:xfrm>
            <a:off x="3689985" y="86360"/>
            <a:ext cx="476821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pt-PT" altLang="zh-CN" sz="4000" b="1">
                <a:solidFill>
                  <a:schemeClr val="bg1"/>
                </a:solidFill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rPr>
              <a:t>HTML/CSS/Java</a:t>
            </a:r>
            <a:endParaRPr lang="pt-PT" altLang="zh-CN" sz="2400" b="1">
              <a:solidFill>
                <a:schemeClr val="bg1"/>
              </a:solidFill>
              <a:latin typeface="Inter Black" panose="02000503000000020004" charset="0"/>
              <a:ea typeface="Inter Black" panose="02000503000000020004" charset="0"/>
              <a:cs typeface="Inter" panose="02000503000000020004" charset="0"/>
            </a:endParaRPr>
          </a:p>
        </p:txBody>
      </p:sp>
      <p:grpSp>
        <p:nvGrpSpPr>
          <p:cNvPr id="26" name="组合 2"/>
          <p:cNvGrpSpPr/>
          <p:nvPr/>
        </p:nvGrpSpPr>
        <p:grpSpPr>
          <a:xfrm rot="0">
            <a:off x="3063240" y="465455"/>
            <a:ext cx="878205" cy="196850"/>
            <a:chOff x="5272" y="688"/>
            <a:chExt cx="1383" cy="310"/>
          </a:xfrm>
        </p:grpSpPr>
        <p:sp>
          <p:nvSpPr>
            <p:cNvPr id="27" name="平行四边形 67"/>
            <p:cNvSpPr/>
            <p:nvPr/>
          </p:nvSpPr>
          <p:spPr>
            <a:xfrm flipV="1">
              <a:off x="6137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28" name="平行四边形 69"/>
            <p:cNvSpPr/>
            <p:nvPr/>
          </p:nvSpPr>
          <p:spPr>
            <a:xfrm flipV="1">
              <a:off x="5703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29" name="平行四边形 71"/>
            <p:cNvSpPr/>
            <p:nvPr/>
          </p:nvSpPr>
          <p:spPr>
            <a:xfrm flipV="1">
              <a:off x="5272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30" name="平行四边形 89"/>
            <p:cNvSpPr/>
            <p:nvPr/>
          </p:nvSpPr>
          <p:spPr>
            <a:xfrm flipV="1">
              <a:off x="6159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31" name="平行四边形 91"/>
            <p:cNvSpPr/>
            <p:nvPr/>
          </p:nvSpPr>
          <p:spPr>
            <a:xfrm flipV="1">
              <a:off x="5726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32" name="平行四边形 93"/>
            <p:cNvSpPr/>
            <p:nvPr/>
          </p:nvSpPr>
          <p:spPr>
            <a:xfrm flipV="1">
              <a:off x="5294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</p:grpSp>
      <p:grpSp>
        <p:nvGrpSpPr>
          <p:cNvPr id="33" name="组合 3"/>
          <p:cNvGrpSpPr/>
          <p:nvPr/>
        </p:nvGrpSpPr>
        <p:grpSpPr>
          <a:xfrm rot="0" flipH="1">
            <a:off x="8206740" y="465455"/>
            <a:ext cx="878205" cy="196850"/>
            <a:chOff x="5272" y="688"/>
            <a:chExt cx="1383" cy="310"/>
          </a:xfrm>
        </p:grpSpPr>
        <p:sp>
          <p:nvSpPr>
            <p:cNvPr id="34" name="平行四边形 7"/>
            <p:cNvSpPr/>
            <p:nvPr/>
          </p:nvSpPr>
          <p:spPr>
            <a:xfrm flipV="1">
              <a:off x="6137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35" name="平行四边形 9"/>
            <p:cNvSpPr/>
            <p:nvPr/>
          </p:nvSpPr>
          <p:spPr>
            <a:xfrm flipV="1">
              <a:off x="5703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36" name="平行四边形 11"/>
            <p:cNvSpPr/>
            <p:nvPr/>
          </p:nvSpPr>
          <p:spPr>
            <a:xfrm flipV="1">
              <a:off x="5272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40" name="平行四边形 12"/>
            <p:cNvSpPr/>
            <p:nvPr/>
          </p:nvSpPr>
          <p:spPr>
            <a:xfrm flipV="1">
              <a:off x="6159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43" name="平行四边形 13"/>
            <p:cNvSpPr/>
            <p:nvPr/>
          </p:nvSpPr>
          <p:spPr>
            <a:xfrm flipV="1">
              <a:off x="5726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44" name="平行四边形 14"/>
            <p:cNvSpPr/>
            <p:nvPr/>
          </p:nvSpPr>
          <p:spPr>
            <a:xfrm flipV="1">
              <a:off x="5294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</p:grpSp>
      <p:pic>
        <p:nvPicPr>
          <p:cNvPr id="45" name="Imagem 44"/>
          <p:cNvPicPr/>
          <p:nvPr/>
        </p:nvPicPr>
        <p:blipFill>
          <a:blip r:embed="rId4"/>
          <a:stretch>
            <a:fillRect/>
          </a:stretch>
        </p:blipFill>
        <p:spPr>
          <a:xfrm>
            <a:off x="618490" y="2362835"/>
            <a:ext cx="4914265" cy="3792220"/>
          </a:xfrm>
          <a:prstGeom prst="rect">
            <a:avLst/>
          </a:prstGeom>
        </p:spPr>
      </p:pic>
      <p:sp>
        <p:nvSpPr>
          <p:cNvPr id="91" name="TextBox 16"/>
          <p:cNvSpPr txBox="1"/>
          <p:nvPr/>
        </p:nvSpPr>
        <p:spPr>
          <a:xfrm>
            <a:off x="2406650" y="1646555"/>
            <a:ext cx="2251075" cy="6508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pt-PT" altLang="zh-CN" sz="2000" spc="100" dirty="0">
                <a:solidFill>
                  <a:schemeClr val="accent1"/>
                </a:solidFill>
                <a:uFillTx/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Codigo HTML</a:t>
            </a:r>
            <a:endParaRPr lang="pt-PT" altLang="zh-CN" sz="2000" spc="100" dirty="0">
              <a:solidFill>
                <a:schemeClr val="accent1"/>
              </a:solidFill>
              <a:uFillTx/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+mn-ea"/>
            </a:endParaRPr>
          </a:p>
        </p:txBody>
      </p:sp>
      <p:sp>
        <p:nvSpPr>
          <p:cNvPr id="46" name="平行四边形 28"/>
          <p:cNvSpPr/>
          <p:nvPr>
            <p:custDataLst>
              <p:tags r:id="rId5"/>
            </p:custDataLst>
          </p:nvPr>
        </p:nvSpPr>
        <p:spPr>
          <a:xfrm rot="10800000" flipH="1">
            <a:off x="1824990" y="1623695"/>
            <a:ext cx="2999740" cy="483235"/>
          </a:xfrm>
          <a:prstGeom prst="parallelogram">
            <a:avLst>
              <a:gd name="adj" fmla="val 0"/>
            </a:avLst>
          </a:prstGeom>
          <a:noFill/>
          <a:ln w="41275">
            <a:gradFill>
              <a:gsLst>
                <a:gs pos="2000">
                  <a:schemeClr val="accent1">
                    <a:alpha val="0"/>
                  </a:schemeClr>
                </a:gs>
                <a:gs pos="5000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Inter" panose="02000503000000020004" charset="0"/>
            </a:endParaRPr>
          </a:p>
        </p:txBody>
      </p:sp>
      <p:pic>
        <p:nvPicPr>
          <p:cNvPr id="47" name="Imagem 46"/>
          <p:cNvPicPr/>
          <p:nvPr/>
        </p:nvPicPr>
        <p:blipFill>
          <a:blip r:embed="rId6"/>
          <a:stretch>
            <a:fillRect/>
          </a:stretch>
        </p:blipFill>
        <p:spPr>
          <a:xfrm>
            <a:off x="5906770" y="2362835"/>
            <a:ext cx="4914265" cy="3779520"/>
          </a:xfrm>
          <a:prstGeom prst="rect">
            <a:avLst/>
          </a:prstGeom>
        </p:spPr>
      </p:pic>
      <p:sp>
        <p:nvSpPr>
          <p:cNvPr id="48" name="TextBox 16"/>
          <p:cNvSpPr txBox="1"/>
          <p:nvPr/>
        </p:nvSpPr>
        <p:spPr>
          <a:xfrm>
            <a:off x="7445375" y="1646555"/>
            <a:ext cx="2251075" cy="6508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pt-PT" altLang="zh-CN" sz="2000" spc="100" dirty="0">
                <a:solidFill>
                  <a:schemeClr val="accent1"/>
                </a:solidFill>
                <a:uFillTx/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Codigo CSS</a:t>
            </a:r>
            <a:endParaRPr lang="pt-PT" altLang="zh-CN" sz="2000" spc="100" dirty="0">
              <a:solidFill>
                <a:schemeClr val="accent1"/>
              </a:solidFill>
              <a:uFillTx/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+mn-ea"/>
            </a:endParaRPr>
          </a:p>
        </p:txBody>
      </p:sp>
      <p:sp>
        <p:nvSpPr>
          <p:cNvPr id="49" name="平行四边形 28"/>
          <p:cNvSpPr/>
          <p:nvPr>
            <p:custDataLst>
              <p:tags r:id="rId7"/>
            </p:custDataLst>
          </p:nvPr>
        </p:nvSpPr>
        <p:spPr>
          <a:xfrm rot="10800000" flipH="1">
            <a:off x="6863715" y="1623695"/>
            <a:ext cx="2999740" cy="483235"/>
          </a:xfrm>
          <a:prstGeom prst="parallelogram">
            <a:avLst>
              <a:gd name="adj" fmla="val 0"/>
            </a:avLst>
          </a:prstGeom>
          <a:noFill/>
          <a:ln w="41275">
            <a:gradFill>
              <a:gsLst>
                <a:gs pos="2000">
                  <a:schemeClr val="accent1">
                    <a:alpha val="0"/>
                  </a:schemeClr>
                </a:gs>
                <a:gs pos="5000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Inter" panose="02000503000000020004" charset="0"/>
            </a:endParaRPr>
          </a:p>
        </p:txBody>
      </p:sp>
    </p:spTree>
    <p:custDataLst>
      <p:tags r:id="rId8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4" descr="VCG2112800586751"/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 flipH="1">
            <a:off x="0" y="0"/>
            <a:ext cx="12183110" cy="6858000"/>
          </a:xfrm>
          <a:prstGeom prst="rect">
            <a:avLst/>
          </a:prstGeom>
        </p:spPr>
      </p:pic>
      <p:sp>
        <p:nvSpPr>
          <p:cNvPr id="3" name="半闭框 54"/>
          <p:cNvSpPr/>
          <p:nvPr/>
        </p:nvSpPr>
        <p:spPr>
          <a:xfrm rot="10800000" flipH="1" flipV="1">
            <a:off x="411554" y="281181"/>
            <a:ext cx="336092" cy="336092"/>
          </a:xfrm>
          <a:prstGeom prst="halfFrame">
            <a:avLst>
              <a:gd name="adj1" fmla="val 11939"/>
              <a:gd name="adj2" fmla="val 13392"/>
            </a:avLst>
          </a:prstGeom>
          <a:gradFill>
            <a:gsLst>
              <a:gs pos="0">
                <a:schemeClr val="accent1"/>
              </a:gs>
              <a:gs pos="70000">
                <a:schemeClr val="accent6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Inter" panose="02000503000000020004" charset="0"/>
            </a:endParaRPr>
          </a:p>
        </p:txBody>
      </p:sp>
      <p:sp>
        <p:nvSpPr>
          <p:cNvPr id="5" name="半闭框 38"/>
          <p:cNvSpPr/>
          <p:nvPr/>
        </p:nvSpPr>
        <p:spPr>
          <a:xfrm flipH="1" flipV="1">
            <a:off x="11538024" y="6271771"/>
            <a:ext cx="336092" cy="336092"/>
          </a:xfrm>
          <a:prstGeom prst="halfFrame">
            <a:avLst>
              <a:gd name="adj1" fmla="val 11939"/>
              <a:gd name="adj2" fmla="val 13392"/>
            </a:avLst>
          </a:prstGeom>
          <a:gradFill>
            <a:gsLst>
              <a:gs pos="0">
                <a:schemeClr val="accent1"/>
              </a:gs>
              <a:gs pos="70000">
                <a:schemeClr val="accent6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Inter" panose="02000503000000020004" charset="0"/>
            </a:endParaRPr>
          </a:p>
        </p:txBody>
      </p:sp>
      <p:grpSp>
        <p:nvGrpSpPr>
          <p:cNvPr id="6" name="组合 26"/>
          <p:cNvGrpSpPr/>
          <p:nvPr/>
        </p:nvGrpSpPr>
        <p:grpSpPr>
          <a:xfrm>
            <a:off x="381000" y="2009140"/>
            <a:ext cx="11430635" cy="2839720"/>
            <a:chOff x="264" y="3164"/>
            <a:chExt cx="18001" cy="4472"/>
          </a:xfrm>
        </p:grpSpPr>
        <p:grpSp>
          <p:nvGrpSpPr>
            <p:cNvPr id="7" name="组合 24"/>
            <p:cNvGrpSpPr/>
            <p:nvPr/>
          </p:nvGrpSpPr>
          <p:grpSpPr>
            <a:xfrm>
              <a:off x="264" y="3395"/>
              <a:ext cx="3779" cy="4010"/>
              <a:chOff x="264" y="3729"/>
              <a:chExt cx="3779" cy="4010"/>
            </a:xfrm>
          </p:grpSpPr>
          <p:cxnSp>
            <p:nvCxnSpPr>
              <p:cNvPr id="9" name="直接连接符 15"/>
              <p:cNvCxnSpPr/>
              <p:nvPr/>
            </p:nvCxnSpPr>
            <p:spPr>
              <a:xfrm flipH="1">
                <a:off x="1271" y="3729"/>
                <a:ext cx="2773" cy="4010"/>
              </a:xfrm>
              <a:prstGeom prst="line">
                <a:avLst/>
              </a:prstGeom>
              <a:ln>
                <a:gradFill>
                  <a:gsLst>
                    <a:gs pos="29000">
                      <a:schemeClr val="accent1"/>
                    </a:gs>
                    <a:gs pos="100000">
                      <a:srgbClr val="0439D9">
                        <a:alpha val="0"/>
                      </a:srgbClr>
                    </a:gs>
                  </a:gsLst>
                  <a:lin ang="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直接连接符 16"/>
              <p:cNvCxnSpPr/>
              <p:nvPr/>
            </p:nvCxnSpPr>
            <p:spPr>
              <a:xfrm flipH="1">
                <a:off x="264" y="3729"/>
                <a:ext cx="2773" cy="4010"/>
              </a:xfrm>
              <a:prstGeom prst="line">
                <a:avLst/>
              </a:prstGeom>
              <a:ln>
                <a:gradFill>
                  <a:gsLst>
                    <a:gs pos="29000">
                      <a:schemeClr val="accent1"/>
                    </a:gs>
                    <a:gs pos="100000">
                      <a:srgbClr val="0439D9">
                        <a:alpha val="0"/>
                      </a:srgbClr>
                    </a:gs>
                  </a:gsLst>
                  <a:lin ang="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组合 23"/>
            <p:cNvGrpSpPr/>
            <p:nvPr/>
          </p:nvGrpSpPr>
          <p:grpSpPr>
            <a:xfrm>
              <a:off x="14486" y="3395"/>
              <a:ext cx="3779" cy="4010"/>
              <a:chOff x="14486" y="3395"/>
              <a:chExt cx="3779" cy="4010"/>
            </a:xfrm>
          </p:grpSpPr>
          <p:cxnSp>
            <p:nvCxnSpPr>
              <p:cNvPr id="12" name="直接连接符 20"/>
              <p:cNvCxnSpPr/>
              <p:nvPr/>
            </p:nvCxnSpPr>
            <p:spPr>
              <a:xfrm flipH="1">
                <a:off x="15493" y="3395"/>
                <a:ext cx="2773" cy="4010"/>
              </a:xfrm>
              <a:prstGeom prst="line">
                <a:avLst/>
              </a:prstGeom>
              <a:ln>
                <a:gradFill>
                  <a:gsLst>
                    <a:gs pos="29000">
                      <a:schemeClr val="accent6"/>
                    </a:gs>
                    <a:gs pos="100000">
                      <a:schemeClr val="accent6">
                        <a:alpha val="0"/>
                      </a:schemeClr>
                    </a:gs>
                  </a:gsLst>
                  <a:lin ang="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21"/>
              <p:cNvCxnSpPr/>
              <p:nvPr/>
            </p:nvCxnSpPr>
            <p:spPr>
              <a:xfrm flipH="1">
                <a:off x="14486" y="3395"/>
                <a:ext cx="2773" cy="4010"/>
              </a:xfrm>
              <a:prstGeom prst="line">
                <a:avLst/>
              </a:prstGeom>
              <a:ln>
                <a:gradFill>
                  <a:gsLst>
                    <a:gs pos="29000">
                      <a:schemeClr val="accent6"/>
                    </a:gs>
                    <a:gs pos="100000">
                      <a:schemeClr val="accent6">
                        <a:alpha val="0"/>
                      </a:schemeClr>
                    </a:gs>
                  </a:gsLst>
                  <a:lin ang="0" scaled="1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" name="组合 25"/>
            <p:cNvGrpSpPr/>
            <p:nvPr/>
          </p:nvGrpSpPr>
          <p:grpSpPr>
            <a:xfrm>
              <a:off x="1999" y="3164"/>
              <a:ext cx="14378" cy="4472"/>
              <a:chOff x="1999" y="3283"/>
              <a:chExt cx="14378" cy="4472"/>
            </a:xfrm>
          </p:grpSpPr>
          <p:grpSp>
            <p:nvGrpSpPr>
              <p:cNvPr id="18" name="组合 3"/>
              <p:cNvGrpSpPr/>
              <p:nvPr/>
            </p:nvGrpSpPr>
            <p:grpSpPr>
              <a:xfrm>
                <a:off x="1999" y="3283"/>
                <a:ext cx="14378" cy="4472"/>
                <a:chOff x="3417" y="3934"/>
                <a:chExt cx="11388" cy="3542"/>
              </a:xfrm>
            </p:grpSpPr>
            <p:sp>
              <p:nvSpPr>
                <p:cNvPr id="19" name="平行四边形 63"/>
                <p:cNvSpPr/>
                <p:nvPr>
                  <p:custDataLst>
                    <p:tags r:id="rId2"/>
                  </p:custDataLst>
                </p:nvPr>
              </p:nvSpPr>
              <p:spPr>
                <a:xfrm rot="10800000">
                  <a:off x="4267" y="3934"/>
                  <a:ext cx="10538" cy="3119"/>
                </a:xfrm>
                <a:prstGeom prst="parallelogram">
                  <a:avLst>
                    <a:gd name="adj" fmla="val 68862"/>
                  </a:avLst>
                </a:prstGeom>
                <a:solidFill>
                  <a:schemeClr val="accent3">
                    <a:alpha val="15000"/>
                  </a:schemeClr>
                </a:solidFill>
                <a:ln w="38100">
                  <a:gradFill>
                    <a:gsLst>
                      <a:gs pos="2000">
                        <a:schemeClr val="accent6">
                          <a:alpha val="0"/>
                        </a:schemeClr>
                      </a:gs>
                      <a:gs pos="50000">
                        <a:schemeClr val="accent6"/>
                      </a:gs>
                      <a:gs pos="100000">
                        <a:schemeClr val="accent6">
                          <a:alpha val="0"/>
                        </a:schemeClr>
                      </a:gs>
                    </a:gsLst>
                    <a:lin ang="0" scaled="1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 dirty="0">
                    <a:solidFill>
                      <a:schemeClr val="lt1"/>
                    </a:solidFill>
                    <a:cs typeface="Inter" panose="02000503000000020004" charset="0"/>
                  </a:endParaRPr>
                </a:p>
              </p:txBody>
            </p:sp>
            <p:sp>
              <p:nvSpPr>
                <p:cNvPr id="20" name="平行四边形 62"/>
                <p:cNvSpPr/>
                <p:nvPr>
                  <p:custDataLst>
                    <p:tags r:id="rId3"/>
                  </p:custDataLst>
                </p:nvPr>
              </p:nvSpPr>
              <p:spPr>
                <a:xfrm rot="10800000">
                  <a:off x="3417" y="4357"/>
                  <a:ext cx="10537" cy="3119"/>
                </a:xfrm>
                <a:prstGeom prst="parallelogram">
                  <a:avLst>
                    <a:gd name="adj" fmla="val 68862"/>
                  </a:avLst>
                </a:prstGeom>
                <a:noFill/>
                <a:ln w="41275">
                  <a:gradFill>
                    <a:gsLst>
                      <a:gs pos="2000">
                        <a:schemeClr val="accent1">
                          <a:alpha val="0"/>
                        </a:schemeClr>
                      </a:gs>
                      <a:gs pos="50000">
                        <a:schemeClr val="accent1"/>
                      </a:gs>
                      <a:gs pos="100000">
                        <a:schemeClr val="accent1">
                          <a:alpha val="0"/>
                        </a:schemeClr>
                      </a:gs>
                    </a:gsLst>
                    <a:lin ang="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solidFill>
                      <a:schemeClr val="lt1"/>
                    </a:solidFill>
                    <a:cs typeface="Inter" panose="02000503000000020004" charset="0"/>
                  </a:endParaRPr>
                </a:p>
              </p:txBody>
            </p:sp>
          </p:grpSp>
          <p:sp>
            <p:nvSpPr>
              <p:cNvPr id="28" name="文本框 64"/>
              <p:cNvSpPr txBox="1"/>
              <p:nvPr/>
            </p:nvSpPr>
            <p:spPr>
              <a:xfrm flipH="1">
                <a:off x="7048" y="4362"/>
                <a:ext cx="7243" cy="25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pt-PT" altLang="zh-CN" sz="5000" i="1" cap="all" dirty="0">
                    <a:solidFill>
                      <a:schemeClr val="bg2"/>
                    </a:solidFill>
                    <a:uFillTx/>
                    <a:latin typeface="Inter Black" panose="02000503000000020004" charset="0"/>
                    <a:ea typeface="Inter Black" panose="02000503000000020004" charset="0"/>
                    <a:cs typeface="Inter" panose="02000503000000020004" charset="0"/>
                  </a:rPr>
                  <a:t>Base de dados</a:t>
                </a:r>
                <a:endParaRPr lang="pt-PT" altLang="zh-CN" sz="5000" i="1" cap="all" dirty="0">
                  <a:solidFill>
                    <a:schemeClr val="bg2"/>
                  </a:solidFill>
                  <a:uFillTx/>
                  <a:latin typeface="Inter Black" panose="02000503000000020004" charset="0"/>
                  <a:ea typeface="Inter Black" panose="02000503000000020004" charset="0"/>
                  <a:cs typeface="Inter" panose="02000503000000020004" charset="0"/>
                </a:endParaRPr>
              </a:p>
            </p:txBody>
          </p:sp>
          <p:sp>
            <p:nvSpPr>
              <p:cNvPr id="29" name="文本框 7"/>
              <p:cNvSpPr txBox="1"/>
              <p:nvPr>
                <p:custDataLst>
                  <p:tags r:id="rId4"/>
                </p:custDataLst>
              </p:nvPr>
            </p:nvSpPr>
            <p:spPr>
              <a:xfrm flipH="1">
                <a:off x="3778" y="3998"/>
                <a:ext cx="3927" cy="29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1500" i="1" dirty="0">
                    <a:ln>
                      <a:solidFill>
                        <a:schemeClr val="bg1"/>
                      </a:solidFill>
                    </a:ln>
                    <a:noFill/>
                    <a:latin typeface="Inter Black" panose="02000503000000020004" charset="0"/>
                    <a:ea typeface="Inter Black" panose="02000503000000020004" charset="0"/>
                    <a:cs typeface="Inter" panose="02000503000000020004" charset="0"/>
                  </a:rPr>
                  <a:t>0</a:t>
                </a:r>
                <a:r>
                  <a:rPr lang="pt-PT" altLang="en-US" sz="11500" i="1" dirty="0">
                    <a:ln>
                      <a:solidFill>
                        <a:schemeClr val="bg1"/>
                      </a:solidFill>
                    </a:ln>
                    <a:noFill/>
                    <a:latin typeface="Inter Black" panose="02000503000000020004" charset="0"/>
                    <a:ea typeface="Inter Black" panose="02000503000000020004" charset="0"/>
                    <a:cs typeface="Inter" panose="02000503000000020004" charset="0"/>
                  </a:rPr>
                  <a:t>5</a:t>
                </a:r>
                <a:endParaRPr lang="pt-PT" altLang="en-US" sz="11500" i="1" dirty="0">
                  <a:ln>
                    <a:solidFill>
                      <a:schemeClr val="bg1"/>
                    </a:solidFill>
                  </a:ln>
                  <a:noFill/>
                  <a:latin typeface="Inter Black" panose="02000503000000020004" charset="0"/>
                  <a:ea typeface="Inter Black" panose="02000503000000020004" charset="0"/>
                  <a:cs typeface="Inter" panose="02000503000000020004" charset="0"/>
                </a:endParaRPr>
              </a:p>
            </p:txBody>
          </p:sp>
        </p:grpSp>
      </p:grpSp>
    </p:spTree>
    <p:custDataLst>
      <p:tags r:id="rId5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 descr="VCG2112800586751"/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0" y="0"/>
            <a:ext cx="12183110" cy="6858000"/>
          </a:xfrm>
          <a:prstGeom prst="rect">
            <a:avLst/>
          </a:prstGeom>
        </p:spPr>
      </p:pic>
      <p:sp>
        <p:nvSpPr>
          <p:cNvPr id="41" name="平行四边形 40"/>
          <p:cNvSpPr/>
          <p:nvPr>
            <p:custDataLst>
              <p:tags r:id="rId2"/>
            </p:custDataLst>
          </p:nvPr>
        </p:nvSpPr>
        <p:spPr>
          <a:xfrm flipH="1">
            <a:off x="6351270" y="1566545"/>
            <a:ext cx="4511040" cy="4094480"/>
          </a:xfrm>
          <a:prstGeom prst="parallelogram">
            <a:avLst>
              <a:gd name="adj" fmla="val 0"/>
            </a:avLst>
          </a:prstGeom>
          <a:solidFill>
            <a:schemeClr val="accent3">
              <a:alpha val="10000"/>
            </a:schemeClr>
          </a:solidFill>
          <a:ln w="41275">
            <a:gradFill>
              <a:gsLst>
                <a:gs pos="2000">
                  <a:schemeClr val="accent1">
                    <a:alpha val="0"/>
                  </a:schemeClr>
                </a:gs>
                <a:gs pos="5000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139" name="任意多边形: 形状 138"/>
          <p:cNvSpPr/>
          <p:nvPr>
            <p:custDataLst>
              <p:tags r:id="rId3"/>
            </p:custDataLst>
          </p:nvPr>
        </p:nvSpPr>
        <p:spPr>
          <a:xfrm rot="10800000">
            <a:off x="307658" y="793115"/>
            <a:ext cx="11576685" cy="5765165"/>
          </a:xfrm>
          <a:custGeom>
            <a:avLst/>
            <a:gdLst>
              <a:gd name="connsiteX0" fmla="*/ 0 w 10858500"/>
              <a:gd name="connsiteY0" fmla="*/ 0 h 4680000"/>
              <a:gd name="connsiteX1" fmla="*/ 10858500 w 10858500"/>
              <a:gd name="connsiteY1" fmla="*/ 0 h 4680000"/>
              <a:gd name="connsiteX2" fmla="*/ 10858500 w 10858500"/>
              <a:gd name="connsiteY2" fmla="*/ 498804 h 4680000"/>
              <a:gd name="connsiteX3" fmla="*/ 10858498 w 10858500"/>
              <a:gd name="connsiteY3" fmla="*/ 498806 h 4680000"/>
              <a:gd name="connsiteX4" fmla="*/ 10858498 w 10858500"/>
              <a:gd name="connsiteY4" fmla="*/ 489916 h 4680000"/>
              <a:gd name="connsiteX5" fmla="*/ 10798658 w 10858500"/>
              <a:gd name="connsiteY5" fmla="*/ 545937 h 4680000"/>
              <a:gd name="connsiteX6" fmla="*/ 10798658 w 10858500"/>
              <a:gd name="connsiteY6" fmla="*/ 4134061 h 4680000"/>
              <a:gd name="connsiteX7" fmla="*/ 10858498 w 10858500"/>
              <a:gd name="connsiteY7" fmla="*/ 4190082 h 4680000"/>
              <a:gd name="connsiteX8" fmla="*/ 10858498 w 10858500"/>
              <a:gd name="connsiteY8" fmla="*/ 4179297 h 4680000"/>
              <a:gd name="connsiteX9" fmla="*/ 10858500 w 10858500"/>
              <a:gd name="connsiteY9" fmla="*/ 4179299 h 4680000"/>
              <a:gd name="connsiteX10" fmla="*/ 10858500 w 10858500"/>
              <a:gd name="connsiteY10" fmla="*/ 4680000 h 4680000"/>
              <a:gd name="connsiteX11" fmla="*/ 9082087 w 10858500"/>
              <a:gd name="connsiteY11" fmla="*/ 4680000 h 4680000"/>
              <a:gd name="connsiteX12" fmla="*/ 9036435 w 10858500"/>
              <a:gd name="connsiteY12" fmla="*/ 4637262 h 4680000"/>
              <a:gd name="connsiteX13" fmla="*/ 1835005 w 10858500"/>
              <a:gd name="connsiteY13" fmla="*/ 4637262 h 4680000"/>
              <a:gd name="connsiteX14" fmla="*/ 1789353 w 10858500"/>
              <a:gd name="connsiteY14" fmla="*/ 4680000 h 4680000"/>
              <a:gd name="connsiteX15" fmla="*/ 0 w 10858500"/>
              <a:gd name="connsiteY15" fmla="*/ 4680000 h 4680000"/>
              <a:gd name="connsiteX16" fmla="*/ 0 w 10858500"/>
              <a:gd name="connsiteY16" fmla="*/ 4190082 h 4680000"/>
              <a:gd name="connsiteX17" fmla="*/ 59840 w 10858500"/>
              <a:gd name="connsiteY17" fmla="*/ 4134061 h 4680000"/>
              <a:gd name="connsiteX18" fmla="*/ 59840 w 10858500"/>
              <a:gd name="connsiteY18" fmla="*/ 545937 h 4680000"/>
              <a:gd name="connsiteX19" fmla="*/ 0 w 10858500"/>
              <a:gd name="connsiteY19" fmla="*/ 489916 h 46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858500" h="4680000">
                <a:moveTo>
                  <a:pt x="0" y="0"/>
                </a:moveTo>
                <a:lnTo>
                  <a:pt x="10858500" y="0"/>
                </a:lnTo>
                <a:lnTo>
                  <a:pt x="10858500" y="498804"/>
                </a:lnTo>
                <a:lnTo>
                  <a:pt x="10858498" y="498806"/>
                </a:lnTo>
                <a:lnTo>
                  <a:pt x="10858498" y="489916"/>
                </a:lnTo>
                <a:lnTo>
                  <a:pt x="10798658" y="545937"/>
                </a:lnTo>
                <a:lnTo>
                  <a:pt x="10798658" y="4134061"/>
                </a:lnTo>
                <a:lnTo>
                  <a:pt x="10858498" y="4190082"/>
                </a:lnTo>
                <a:lnTo>
                  <a:pt x="10858498" y="4179297"/>
                </a:lnTo>
                <a:lnTo>
                  <a:pt x="10858500" y="4179299"/>
                </a:lnTo>
                <a:lnTo>
                  <a:pt x="10858500" y="4680000"/>
                </a:lnTo>
                <a:lnTo>
                  <a:pt x="9082087" y="4680000"/>
                </a:lnTo>
                <a:lnTo>
                  <a:pt x="9036435" y="4637262"/>
                </a:lnTo>
                <a:lnTo>
                  <a:pt x="1835005" y="4637262"/>
                </a:lnTo>
                <a:lnTo>
                  <a:pt x="1789353" y="4680000"/>
                </a:lnTo>
                <a:lnTo>
                  <a:pt x="0" y="4680000"/>
                </a:lnTo>
                <a:lnTo>
                  <a:pt x="0" y="4190082"/>
                </a:lnTo>
                <a:lnTo>
                  <a:pt x="59840" y="4134061"/>
                </a:lnTo>
                <a:lnTo>
                  <a:pt x="59840" y="545937"/>
                </a:lnTo>
                <a:lnTo>
                  <a:pt x="0" y="489916"/>
                </a:lnTo>
                <a:close/>
              </a:path>
            </a:pathLst>
          </a:custGeom>
          <a:noFill/>
          <a:ln w="31750">
            <a:gradFill>
              <a:gsLst>
                <a:gs pos="0">
                  <a:schemeClr val="accent6">
                    <a:alpha val="0"/>
                    <a:lumMod val="0"/>
                    <a:lumOff val="100000"/>
                  </a:schemeClr>
                </a:gs>
                <a:gs pos="50000">
                  <a:schemeClr val="accent6"/>
                </a:gs>
                <a:gs pos="100000">
                  <a:schemeClr val="accent6">
                    <a:alpha val="0"/>
                  </a:schemeClr>
                </a:gs>
              </a:gsLst>
              <a:lin ang="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ln>
                <a:gradFill>
                  <a:gsLst>
                    <a:gs pos="0">
                      <a:srgbClr val="FFFFFF"/>
                    </a:gs>
                    <a:gs pos="51000">
                      <a:srgbClr val="FFFFFF"/>
                    </a:gs>
                  </a:gsLst>
                  <a:lin ang="5400000" scaled="0"/>
                </a:gradFill>
              </a:ln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21" name="文本框 10"/>
          <p:cNvSpPr txBox="1"/>
          <p:nvPr/>
        </p:nvSpPr>
        <p:spPr>
          <a:xfrm>
            <a:off x="3712210" y="189230"/>
            <a:ext cx="476821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pt-PT" altLang="zh-CN" sz="4000" b="1">
                <a:solidFill>
                  <a:schemeClr val="bg1"/>
                </a:solidFill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</a:rPr>
              <a:t>Base de Dados</a:t>
            </a:r>
            <a:endParaRPr lang="pt-PT" altLang="zh-CN" sz="2400" b="1">
              <a:solidFill>
                <a:schemeClr val="bg1"/>
              </a:solidFill>
              <a:latin typeface="Inter Black" panose="02000503000000020004" charset="0"/>
              <a:ea typeface="Inter Black" panose="02000503000000020004" charset="0"/>
              <a:cs typeface="Inter" panose="02000503000000020004" charset="0"/>
            </a:endParaRPr>
          </a:p>
        </p:txBody>
      </p:sp>
      <p:grpSp>
        <p:nvGrpSpPr>
          <p:cNvPr id="25" name="组合 2"/>
          <p:cNvGrpSpPr/>
          <p:nvPr/>
        </p:nvGrpSpPr>
        <p:grpSpPr>
          <a:xfrm rot="0">
            <a:off x="3374390" y="465455"/>
            <a:ext cx="878205" cy="196850"/>
            <a:chOff x="5272" y="688"/>
            <a:chExt cx="1383" cy="310"/>
          </a:xfrm>
        </p:grpSpPr>
        <p:sp>
          <p:nvSpPr>
            <p:cNvPr id="28" name="平行四边形 67"/>
            <p:cNvSpPr/>
            <p:nvPr/>
          </p:nvSpPr>
          <p:spPr>
            <a:xfrm flipV="1">
              <a:off x="6137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31" name="平行四边形 69"/>
            <p:cNvSpPr/>
            <p:nvPr/>
          </p:nvSpPr>
          <p:spPr>
            <a:xfrm flipV="1">
              <a:off x="5703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32" name="平行四边形 71"/>
            <p:cNvSpPr/>
            <p:nvPr/>
          </p:nvSpPr>
          <p:spPr>
            <a:xfrm flipV="1">
              <a:off x="5272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33" name="平行四边形 89"/>
            <p:cNvSpPr/>
            <p:nvPr/>
          </p:nvSpPr>
          <p:spPr>
            <a:xfrm flipV="1">
              <a:off x="6159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34" name="平行四边形 91"/>
            <p:cNvSpPr/>
            <p:nvPr/>
          </p:nvSpPr>
          <p:spPr>
            <a:xfrm flipV="1">
              <a:off x="5726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35" name="平行四边形 93"/>
            <p:cNvSpPr/>
            <p:nvPr/>
          </p:nvSpPr>
          <p:spPr>
            <a:xfrm flipV="1">
              <a:off x="5294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</p:grpSp>
      <p:grpSp>
        <p:nvGrpSpPr>
          <p:cNvPr id="36" name="组合 3"/>
          <p:cNvGrpSpPr/>
          <p:nvPr/>
        </p:nvGrpSpPr>
        <p:grpSpPr>
          <a:xfrm rot="0" flipH="1">
            <a:off x="7940040" y="465455"/>
            <a:ext cx="878205" cy="196850"/>
            <a:chOff x="5272" y="688"/>
            <a:chExt cx="1383" cy="310"/>
          </a:xfrm>
        </p:grpSpPr>
        <p:sp>
          <p:nvSpPr>
            <p:cNvPr id="37" name="平行四边形 7"/>
            <p:cNvSpPr/>
            <p:nvPr/>
          </p:nvSpPr>
          <p:spPr>
            <a:xfrm flipV="1">
              <a:off x="6137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38" name="平行四边形 9"/>
            <p:cNvSpPr/>
            <p:nvPr/>
          </p:nvSpPr>
          <p:spPr>
            <a:xfrm flipV="1">
              <a:off x="5703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39" name="平行四边形 11"/>
            <p:cNvSpPr/>
            <p:nvPr/>
          </p:nvSpPr>
          <p:spPr>
            <a:xfrm flipV="1">
              <a:off x="5272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40" name="平行四边形 12"/>
            <p:cNvSpPr/>
            <p:nvPr/>
          </p:nvSpPr>
          <p:spPr>
            <a:xfrm flipV="1">
              <a:off x="6159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42" name="平行四边形 13"/>
            <p:cNvSpPr/>
            <p:nvPr/>
          </p:nvSpPr>
          <p:spPr>
            <a:xfrm flipV="1">
              <a:off x="5726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43" name="平行四边形 14"/>
            <p:cNvSpPr/>
            <p:nvPr/>
          </p:nvSpPr>
          <p:spPr>
            <a:xfrm flipV="1">
              <a:off x="5294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</p:grpSp>
      <p:sp>
        <p:nvSpPr>
          <p:cNvPr id="45" name="平行四边形 40"/>
          <p:cNvSpPr/>
          <p:nvPr>
            <p:custDataLst>
              <p:tags r:id="rId4"/>
            </p:custDataLst>
          </p:nvPr>
        </p:nvSpPr>
        <p:spPr>
          <a:xfrm flipH="1">
            <a:off x="961390" y="1581785"/>
            <a:ext cx="4511040" cy="4081780"/>
          </a:xfrm>
          <a:prstGeom prst="parallelogram">
            <a:avLst>
              <a:gd name="adj" fmla="val 0"/>
            </a:avLst>
          </a:prstGeom>
          <a:solidFill>
            <a:schemeClr val="accent3">
              <a:alpha val="10000"/>
            </a:schemeClr>
          </a:solidFill>
          <a:ln w="41275">
            <a:gradFill>
              <a:gsLst>
                <a:gs pos="2000">
                  <a:schemeClr val="accent1">
                    <a:alpha val="0"/>
                  </a:schemeClr>
                </a:gs>
                <a:gs pos="5000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91" name="TextBox 16"/>
          <p:cNvSpPr txBox="1"/>
          <p:nvPr/>
        </p:nvSpPr>
        <p:spPr>
          <a:xfrm>
            <a:off x="6458903" y="1658620"/>
            <a:ext cx="44030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pt-PT" altLang="zh-CN" sz="2000" spc="100" dirty="0">
                <a:solidFill>
                  <a:schemeClr val="accent1"/>
                </a:solidFill>
                <a:uFillTx/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Base De Dados</a:t>
            </a:r>
            <a:endParaRPr lang="pt-PT" altLang="zh-CN" sz="2000" spc="100" dirty="0">
              <a:solidFill>
                <a:schemeClr val="accent1"/>
              </a:solidFill>
              <a:uFillTx/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+mn-ea"/>
            </a:endParaRPr>
          </a:p>
        </p:txBody>
      </p:sp>
      <p:sp>
        <p:nvSpPr>
          <p:cNvPr id="46" name="平行四边形 28"/>
          <p:cNvSpPr/>
          <p:nvPr>
            <p:custDataLst>
              <p:tags r:id="rId5"/>
            </p:custDataLst>
          </p:nvPr>
        </p:nvSpPr>
        <p:spPr>
          <a:xfrm rot="10800000" flipH="1">
            <a:off x="6991033" y="1572895"/>
            <a:ext cx="3338830" cy="509905"/>
          </a:xfrm>
          <a:prstGeom prst="parallelogram">
            <a:avLst>
              <a:gd name="adj" fmla="val 0"/>
            </a:avLst>
          </a:prstGeom>
          <a:noFill/>
          <a:ln w="41275">
            <a:gradFill>
              <a:gsLst>
                <a:gs pos="2000">
                  <a:schemeClr val="accent1">
                    <a:alpha val="0"/>
                  </a:schemeClr>
                </a:gs>
                <a:gs pos="5000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47" name="TextBox 16"/>
          <p:cNvSpPr txBox="1"/>
          <p:nvPr/>
        </p:nvSpPr>
        <p:spPr>
          <a:xfrm>
            <a:off x="1051243" y="1658620"/>
            <a:ext cx="44030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pt-PT" altLang="zh-CN" sz="2000" spc="100" dirty="0">
                <a:solidFill>
                  <a:schemeClr val="accent1"/>
                </a:solidFill>
                <a:uFillTx/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Persistência de Dados</a:t>
            </a:r>
            <a:endParaRPr lang="pt-PT" altLang="zh-CN" sz="2000" spc="100" dirty="0">
              <a:solidFill>
                <a:schemeClr val="accent1"/>
              </a:solidFill>
              <a:uFillTx/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+mn-ea"/>
            </a:endParaRPr>
          </a:p>
        </p:txBody>
      </p:sp>
      <p:sp>
        <p:nvSpPr>
          <p:cNvPr id="48" name="平行四边形 28"/>
          <p:cNvSpPr/>
          <p:nvPr>
            <p:custDataLst>
              <p:tags r:id="rId6"/>
            </p:custDataLst>
          </p:nvPr>
        </p:nvSpPr>
        <p:spPr>
          <a:xfrm rot="10800000" flipH="1">
            <a:off x="1583373" y="1572895"/>
            <a:ext cx="3338830" cy="509905"/>
          </a:xfrm>
          <a:prstGeom prst="parallelogram">
            <a:avLst>
              <a:gd name="adj" fmla="val 0"/>
            </a:avLst>
          </a:prstGeom>
          <a:noFill/>
          <a:ln w="41275">
            <a:gradFill>
              <a:gsLst>
                <a:gs pos="2000">
                  <a:schemeClr val="accent1">
                    <a:alpha val="0"/>
                  </a:schemeClr>
                </a:gs>
                <a:gs pos="5000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95" name="Content Placeholder 2"/>
          <p:cNvSpPr/>
          <p:nvPr>
            <p:custDataLst>
              <p:tags r:id="rId7"/>
            </p:custDataLst>
          </p:nvPr>
        </p:nvSpPr>
        <p:spPr>
          <a:xfrm>
            <a:off x="6722110" y="2436495"/>
            <a:ext cx="3877310" cy="2868930"/>
          </a:xfrm>
          <a:prstGeom prst="rect">
            <a:avLst/>
          </a:prstGeom>
        </p:spPr>
        <p:txBody>
          <a:bodyPr wrap="square" bIns="46990" rtlCol="0" anchor="t"/>
          <a:p>
            <a:pPr marL="285750" lvl="0" indent="-285750" algn="l" fontAlgn="auto">
              <a:lnSpc>
                <a:spcPct val="130000"/>
              </a:lnSpc>
              <a:spcAft>
                <a:spcPts val="1000"/>
              </a:spcAft>
              <a:buClr>
                <a:srgbClr val="FFFFFF"/>
              </a:buClr>
              <a:buSzTx/>
              <a:buFont typeface="Wingdings" panose="05000000000000000000" charset="0"/>
              <a:buChar char="Ø"/>
            </a:pPr>
            <a:r>
              <a:rPr lang="en-US" altLang="pt-PT" sz="140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Liga</a:t>
            </a:r>
            <a:r>
              <a:rPr lang="" altLang="en-US" sz="140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ç</a:t>
            </a:r>
            <a:r>
              <a:rPr lang="en-US" altLang="en-US" sz="140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ã</a:t>
            </a:r>
            <a:r>
              <a:rPr lang="en-US" altLang="pt-PT" sz="140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o entre o website e a base de dados</a:t>
            </a:r>
            <a:endParaRPr lang="en-US" altLang="pt-PT" sz="1400">
              <a:solidFill>
                <a:schemeClr val="bg1">
                  <a:lumMod val="85000"/>
                </a:schemeClr>
              </a:solidFill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+mn-ea"/>
            </a:endParaRPr>
          </a:p>
          <a:p>
            <a:pPr marL="285750" lvl="0" indent="-285750" algn="l" fontAlgn="auto">
              <a:lnSpc>
                <a:spcPct val="130000"/>
              </a:lnSpc>
              <a:spcAft>
                <a:spcPts val="1000"/>
              </a:spcAft>
              <a:buClr>
                <a:srgbClr val="FFFFFF"/>
              </a:buClr>
              <a:buSzTx/>
              <a:buFont typeface="Wingdings" panose="05000000000000000000" charset="0"/>
              <a:buChar char="Ø"/>
            </a:pPr>
            <a:r>
              <a:rPr lang="en-US" altLang="pt-PT" sz="140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Estrutura organizada em tabelas:</a:t>
            </a:r>
            <a:endParaRPr lang="en-US" altLang="pt-PT" sz="1400">
              <a:solidFill>
                <a:schemeClr val="bg1">
                  <a:lumMod val="85000"/>
                </a:schemeClr>
              </a:solidFill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+mn-ea"/>
            </a:endParaRPr>
          </a:p>
          <a:p>
            <a:pPr marL="742950" lvl="1" indent="-285750" algn="l" fontAlgn="auto">
              <a:lnSpc>
                <a:spcPct val="130000"/>
              </a:lnSpc>
              <a:spcAft>
                <a:spcPts val="1000"/>
              </a:spcAft>
              <a:buClr>
                <a:srgbClr val="FFFFFF"/>
              </a:buClr>
              <a:buSzTx/>
              <a:buFont typeface="Wingdings" panose="05000000000000000000" charset="0"/>
              <a:buChar char="Ø"/>
            </a:pPr>
            <a:r>
              <a:rPr lang="en-US" altLang="pt-PT" sz="140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Alunos</a:t>
            </a:r>
            <a:endParaRPr lang="en-US" altLang="pt-PT" sz="1400">
              <a:solidFill>
                <a:schemeClr val="bg1">
                  <a:lumMod val="85000"/>
                </a:schemeClr>
              </a:solidFill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+mn-ea"/>
            </a:endParaRPr>
          </a:p>
          <a:p>
            <a:pPr marL="742950" lvl="1" indent="-285750" algn="l" fontAlgn="auto">
              <a:lnSpc>
                <a:spcPct val="130000"/>
              </a:lnSpc>
              <a:spcAft>
                <a:spcPts val="1000"/>
              </a:spcAft>
              <a:buClr>
                <a:srgbClr val="FFFFFF"/>
              </a:buClr>
              <a:buSzTx/>
              <a:buFont typeface="Wingdings" panose="05000000000000000000" charset="0"/>
              <a:buChar char="Ø"/>
            </a:pPr>
            <a:r>
              <a:rPr lang="en-US" altLang="pt-PT" sz="140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Professores</a:t>
            </a:r>
            <a:endParaRPr lang="en-US" altLang="pt-PT" sz="1400">
              <a:solidFill>
                <a:schemeClr val="bg1">
                  <a:lumMod val="85000"/>
                </a:schemeClr>
              </a:solidFill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+mn-ea"/>
            </a:endParaRPr>
          </a:p>
          <a:p>
            <a:pPr marL="742950" lvl="1" indent="-285750" algn="l" fontAlgn="auto">
              <a:lnSpc>
                <a:spcPct val="130000"/>
              </a:lnSpc>
              <a:spcAft>
                <a:spcPts val="1000"/>
              </a:spcAft>
              <a:buClr>
                <a:srgbClr val="FFFFFF"/>
              </a:buClr>
              <a:buSzTx/>
              <a:buFont typeface="Wingdings" panose="05000000000000000000" charset="0"/>
              <a:buChar char="Ø"/>
            </a:pPr>
            <a:r>
              <a:rPr lang="en-US" altLang="pt-PT" sz="140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Cursos</a:t>
            </a:r>
            <a:endParaRPr lang="en-US" altLang="pt-PT" sz="1400">
              <a:solidFill>
                <a:schemeClr val="bg1">
                  <a:lumMod val="85000"/>
                </a:schemeClr>
              </a:solidFill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+mn-ea"/>
            </a:endParaRPr>
          </a:p>
          <a:p>
            <a:pPr marL="285750" lvl="0" indent="-285750" algn="l" fontAlgn="auto">
              <a:lnSpc>
                <a:spcPct val="130000"/>
              </a:lnSpc>
              <a:spcAft>
                <a:spcPts val="1000"/>
              </a:spcAft>
              <a:buClr>
                <a:srgbClr val="FFFFFF"/>
              </a:buClr>
              <a:buSzTx/>
              <a:buFont typeface="Wingdings" panose="05000000000000000000" charset="0"/>
              <a:buChar char="Ø"/>
            </a:pPr>
            <a:r>
              <a:rPr lang="en-US" altLang="pt-PT" sz="140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Permite guardar e recuperar informa</a:t>
            </a:r>
            <a:r>
              <a:rPr lang="" altLang="en-US" sz="140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çõ</a:t>
            </a:r>
            <a:r>
              <a:rPr lang="en-US" altLang="pt-PT" sz="140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es rapidamente</a:t>
            </a:r>
            <a:endParaRPr lang="en-US" altLang="pt-PT" sz="1400">
              <a:solidFill>
                <a:schemeClr val="bg1">
                  <a:lumMod val="85000"/>
                </a:schemeClr>
              </a:solidFill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+mn-ea"/>
            </a:endParaRPr>
          </a:p>
        </p:txBody>
      </p:sp>
      <p:sp>
        <p:nvSpPr>
          <p:cNvPr id="49" name="Content Placeholder 2"/>
          <p:cNvSpPr/>
          <p:nvPr>
            <p:custDataLst>
              <p:tags r:id="rId8"/>
            </p:custDataLst>
          </p:nvPr>
        </p:nvSpPr>
        <p:spPr>
          <a:xfrm>
            <a:off x="1583690" y="2439035"/>
            <a:ext cx="3668395" cy="3103880"/>
          </a:xfrm>
          <a:prstGeom prst="rect">
            <a:avLst/>
          </a:prstGeom>
        </p:spPr>
        <p:txBody>
          <a:bodyPr wrap="square" bIns="46990" rtlCol="0" anchor="t"/>
          <a:p>
            <a:pPr marL="285750" lvl="0" indent="-285750" algn="l" fontAlgn="auto">
              <a:lnSpc>
                <a:spcPct val="130000"/>
              </a:lnSpc>
              <a:spcAft>
                <a:spcPts val="1000"/>
              </a:spcAft>
              <a:buClr>
                <a:srgbClr val="FFFFFF"/>
              </a:buClr>
              <a:buSzTx/>
              <a:buFont typeface="Wingdings" panose="05000000000000000000" charset="0"/>
              <a:buChar char="Ø"/>
            </a:pPr>
            <a:r>
              <a:rPr lang="en-US" altLang="pt-PT" sz="140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Garantir que a informação do site não se perde ao fechar a p</a:t>
            </a:r>
            <a:r>
              <a:rPr lang="en-US" altLang="pt-PT" sz="140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ágina</a:t>
            </a:r>
            <a:endParaRPr lang="en-US" altLang="pt-PT" sz="1400">
              <a:solidFill>
                <a:schemeClr val="bg1">
                  <a:lumMod val="85000"/>
                </a:schemeClr>
              </a:solidFill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+mn-ea"/>
            </a:endParaRPr>
          </a:p>
          <a:p>
            <a:pPr marL="285750" lvl="0" indent="-285750" algn="l" fontAlgn="auto">
              <a:lnSpc>
                <a:spcPct val="130000"/>
              </a:lnSpc>
              <a:spcAft>
                <a:spcPts val="1000"/>
              </a:spcAft>
              <a:buClr>
                <a:srgbClr val="FFFFFF"/>
              </a:buClr>
              <a:buSzTx/>
              <a:buFont typeface="Wingdings" panose="05000000000000000000" charset="0"/>
              <a:buChar char="Ø"/>
            </a:pPr>
            <a:r>
              <a:rPr lang="en-US" altLang="pt-PT" sz="140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Armazenamento de dados</a:t>
            </a:r>
            <a:r>
              <a:rPr lang="pt-PT" altLang="en-US" sz="140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:</a:t>
            </a:r>
            <a:endParaRPr lang="pt-PT" altLang="en-US" sz="1400">
              <a:solidFill>
                <a:schemeClr val="bg1">
                  <a:lumMod val="85000"/>
                </a:schemeClr>
              </a:solidFill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+mn-ea"/>
            </a:endParaRPr>
          </a:p>
          <a:p>
            <a:pPr marL="742950" lvl="1" indent="-285750" algn="l" fontAlgn="auto">
              <a:lnSpc>
                <a:spcPct val="130000"/>
              </a:lnSpc>
              <a:spcAft>
                <a:spcPts val="1000"/>
              </a:spcAft>
              <a:buClr>
                <a:srgbClr val="FFFFFF"/>
              </a:buClr>
              <a:buSzTx/>
              <a:buFont typeface="Wingdings" panose="05000000000000000000" charset="0"/>
              <a:buChar char="Ø"/>
            </a:pPr>
            <a:r>
              <a:rPr lang="en-US" altLang="pt-PT" sz="140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 </a:t>
            </a:r>
            <a:r>
              <a:rPr lang="pt-PT" altLang="en-US" sz="140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U</a:t>
            </a:r>
            <a:r>
              <a:rPr lang="en-US" altLang="pt-PT" sz="140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tilizadores</a:t>
            </a:r>
            <a:endParaRPr lang="en-US" altLang="pt-PT" sz="1400">
              <a:solidFill>
                <a:schemeClr val="bg1">
                  <a:lumMod val="85000"/>
                </a:schemeClr>
              </a:solidFill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+mn-ea"/>
            </a:endParaRPr>
          </a:p>
          <a:p>
            <a:pPr marL="742950" lvl="1" indent="-285750" algn="l" fontAlgn="auto">
              <a:lnSpc>
                <a:spcPct val="130000"/>
              </a:lnSpc>
              <a:spcAft>
                <a:spcPts val="1000"/>
              </a:spcAft>
              <a:buClr>
                <a:srgbClr val="FFFFFF"/>
              </a:buClr>
              <a:buSzTx/>
              <a:buFont typeface="Wingdings" panose="05000000000000000000" charset="0"/>
              <a:buChar char="Ø"/>
            </a:pPr>
            <a:r>
              <a:rPr lang="pt-PT" altLang="en-US" sz="140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C</a:t>
            </a:r>
            <a:r>
              <a:rPr lang="en-US" altLang="pt-PT" sz="140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ursos</a:t>
            </a:r>
            <a:endParaRPr lang="en-US" altLang="pt-PT" sz="1400">
              <a:solidFill>
                <a:schemeClr val="bg1">
                  <a:lumMod val="85000"/>
                </a:schemeClr>
              </a:solidFill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+mn-ea"/>
            </a:endParaRPr>
          </a:p>
          <a:p>
            <a:pPr marL="285750" lvl="0" indent="-285750" algn="l" fontAlgn="auto">
              <a:lnSpc>
                <a:spcPct val="130000"/>
              </a:lnSpc>
              <a:spcAft>
                <a:spcPts val="1000"/>
              </a:spcAft>
              <a:buClr>
                <a:srgbClr val="FFFFFF"/>
              </a:buClr>
              <a:buSzTx/>
              <a:buFont typeface="Wingdings" panose="05000000000000000000" charset="0"/>
              <a:buChar char="Ø"/>
            </a:pPr>
            <a:r>
              <a:rPr lang="en-US" altLang="pt-PT" sz="140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Uso de base de dados para manter tudo organizado</a:t>
            </a:r>
            <a:endParaRPr lang="en-US" altLang="pt-PT" sz="1400">
              <a:solidFill>
                <a:schemeClr val="bg1">
                  <a:lumMod val="85000"/>
                </a:schemeClr>
              </a:solidFill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+mn-ea"/>
            </a:endParaRPr>
          </a:p>
        </p:txBody>
      </p:sp>
      <p:sp>
        <p:nvSpPr>
          <p:cNvPr id="50" name="COLUMN…"/>
          <p:cNvSpPr txBox="1"/>
          <p:nvPr/>
        </p:nvSpPr>
        <p:spPr>
          <a:xfrm>
            <a:off x="0" y="935990"/>
            <a:ext cx="12183110" cy="64516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p>
            <a:pPr algn="ctr">
              <a:defRPr sz="4400">
                <a:solidFill>
                  <a:srgbClr val="404040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rPr lang="pt-PT" altLang="en-US" sz="3600">
                <a:solidFill>
                  <a:schemeClr val="accent6"/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Inter Black" panose="02000503000000020004" charset="0"/>
              </a:rPr>
              <a:t>Persistência e Base</a:t>
            </a:r>
            <a:endParaRPr lang="en-US" altLang="pt-PT" sz="3600">
              <a:solidFill>
                <a:schemeClr val="accent6"/>
              </a:solidFill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Inter Black" panose="02000503000000020004" charset="0"/>
            </a:endParaRPr>
          </a:p>
        </p:txBody>
      </p:sp>
      <p:sp>
        <p:nvSpPr>
          <p:cNvPr id="51" name="平行四边形 5"/>
          <p:cNvSpPr/>
          <p:nvPr>
            <p:custDataLst>
              <p:tags r:id="rId9"/>
            </p:custDataLst>
          </p:nvPr>
        </p:nvSpPr>
        <p:spPr>
          <a:xfrm rot="10800000" flipH="1">
            <a:off x="4427220" y="895985"/>
            <a:ext cx="3338830" cy="727710"/>
          </a:xfrm>
          <a:prstGeom prst="parallelogram">
            <a:avLst>
              <a:gd name="adj" fmla="val 0"/>
            </a:avLst>
          </a:prstGeom>
          <a:noFill/>
          <a:ln w="41275">
            <a:gradFill>
              <a:gsLst>
                <a:gs pos="2000">
                  <a:schemeClr val="accent1">
                    <a:alpha val="0"/>
                  </a:schemeClr>
                </a:gs>
                <a:gs pos="5000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Inter" panose="02000503000000020004" charset="0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 descr="VCG2112800586751"/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0" y="0"/>
            <a:ext cx="12183110" cy="6858000"/>
          </a:xfrm>
          <a:prstGeom prst="rect">
            <a:avLst/>
          </a:prstGeom>
        </p:spPr>
      </p:pic>
      <p:sp>
        <p:nvSpPr>
          <p:cNvPr id="139" name="任意多边形: 形状 138"/>
          <p:cNvSpPr/>
          <p:nvPr>
            <p:custDataLst>
              <p:tags r:id="rId2"/>
            </p:custDataLst>
          </p:nvPr>
        </p:nvSpPr>
        <p:spPr>
          <a:xfrm rot="10800000">
            <a:off x="307658" y="793115"/>
            <a:ext cx="11576685" cy="5765165"/>
          </a:xfrm>
          <a:custGeom>
            <a:avLst/>
            <a:gdLst>
              <a:gd name="connsiteX0" fmla="*/ 0 w 10858500"/>
              <a:gd name="connsiteY0" fmla="*/ 0 h 4680000"/>
              <a:gd name="connsiteX1" fmla="*/ 10858500 w 10858500"/>
              <a:gd name="connsiteY1" fmla="*/ 0 h 4680000"/>
              <a:gd name="connsiteX2" fmla="*/ 10858500 w 10858500"/>
              <a:gd name="connsiteY2" fmla="*/ 498804 h 4680000"/>
              <a:gd name="connsiteX3" fmla="*/ 10858498 w 10858500"/>
              <a:gd name="connsiteY3" fmla="*/ 498806 h 4680000"/>
              <a:gd name="connsiteX4" fmla="*/ 10858498 w 10858500"/>
              <a:gd name="connsiteY4" fmla="*/ 489916 h 4680000"/>
              <a:gd name="connsiteX5" fmla="*/ 10798658 w 10858500"/>
              <a:gd name="connsiteY5" fmla="*/ 545937 h 4680000"/>
              <a:gd name="connsiteX6" fmla="*/ 10798658 w 10858500"/>
              <a:gd name="connsiteY6" fmla="*/ 4134061 h 4680000"/>
              <a:gd name="connsiteX7" fmla="*/ 10858498 w 10858500"/>
              <a:gd name="connsiteY7" fmla="*/ 4190082 h 4680000"/>
              <a:gd name="connsiteX8" fmla="*/ 10858498 w 10858500"/>
              <a:gd name="connsiteY8" fmla="*/ 4179297 h 4680000"/>
              <a:gd name="connsiteX9" fmla="*/ 10858500 w 10858500"/>
              <a:gd name="connsiteY9" fmla="*/ 4179299 h 4680000"/>
              <a:gd name="connsiteX10" fmla="*/ 10858500 w 10858500"/>
              <a:gd name="connsiteY10" fmla="*/ 4680000 h 4680000"/>
              <a:gd name="connsiteX11" fmla="*/ 9082087 w 10858500"/>
              <a:gd name="connsiteY11" fmla="*/ 4680000 h 4680000"/>
              <a:gd name="connsiteX12" fmla="*/ 9036435 w 10858500"/>
              <a:gd name="connsiteY12" fmla="*/ 4637262 h 4680000"/>
              <a:gd name="connsiteX13" fmla="*/ 1835005 w 10858500"/>
              <a:gd name="connsiteY13" fmla="*/ 4637262 h 4680000"/>
              <a:gd name="connsiteX14" fmla="*/ 1789353 w 10858500"/>
              <a:gd name="connsiteY14" fmla="*/ 4680000 h 4680000"/>
              <a:gd name="connsiteX15" fmla="*/ 0 w 10858500"/>
              <a:gd name="connsiteY15" fmla="*/ 4680000 h 4680000"/>
              <a:gd name="connsiteX16" fmla="*/ 0 w 10858500"/>
              <a:gd name="connsiteY16" fmla="*/ 4190082 h 4680000"/>
              <a:gd name="connsiteX17" fmla="*/ 59840 w 10858500"/>
              <a:gd name="connsiteY17" fmla="*/ 4134061 h 4680000"/>
              <a:gd name="connsiteX18" fmla="*/ 59840 w 10858500"/>
              <a:gd name="connsiteY18" fmla="*/ 545937 h 4680000"/>
              <a:gd name="connsiteX19" fmla="*/ 0 w 10858500"/>
              <a:gd name="connsiteY19" fmla="*/ 489916 h 46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0858500" h="4680000">
                <a:moveTo>
                  <a:pt x="0" y="0"/>
                </a:moveTo>
                <a:lnTo>
                  <a:pt x="10858500" y="0"/>
                </a:lnTo>
                <a:lnTo>
                  <a:pt x="10858500" y="498804"/>
                </a:lnTo>
                <a:lnTo>
                  <a:pt x="10858498" y="498806"/>
                </a:lnTo>
                <a:lnTo>
                  <a:pt x="10858498" y="489916"/>
                </a:lnTo>
                <a:lnTo>
                  <a:pt x="10798658" y="545937"/>
                </a:lnTo>
                <a:lnTo>
                  <a:pt x="10798658" y="4134061"/>
                </a:lnTo>
                <a:lnTo>
                  <a:pt x="10858498" y="4190082"/>
                </a:lnTo>
                <a:lnTo>
                  <a:pt x="10858498" y="4179297"/>
                </a:lnTo>
                <a:lnTo>
                  <a:pt x="10858500" y="4179299"/>
                </a:lnTo>
                <a:lnTo>
                  <a:pt x="10858500" y="4680000"/>
                </a:lnTo>
                <a:lnTo>
                  <a:pt x="9082087" y="4680000"/>
                </a:lnTo>
                <a:lnTo>
                  <a:pt x="9036435" y="4637262"/>
                </a:lnTo>
                <a:lnTo>
                  <a:pt x="1835005" y="4637262"/>
                </a:lnTo>
                <a:lnTo>
                  <a:pt x="1789353" y="4680000"/>
                </a:lnTo>
                <a:lnTo>
                  <a:pt x="0" y="4680000"/>
                </a:lnTo>
                <a:lnTo>
                  <a:pt x="0" y="4190082"/>
                </a:lnTo>
                <a:lnTo>
                  <a:pt x="59840" y="4134061"/>
                </a:lnTo>
                <a:lnTo>
                  <a:pt x="59840" y="545937"/>
                </a:lnTo>
                <a:lnTo>
                  <a:pt x="0" y="489916"/>
                </a:lnTo>
                <a:close/>
              </a:path>
            </a:pathLst>
          </a:custGeom>
          <a:noFill/>
          <a:ln w="31750">
            <a:gradFill>
              <a:gsLst>
                <a:gs pos="0">
                  <a:schemeClr val="accent6">
                    <a:alpha val="0"/>
                    <a:lumMod val="0"/>
                    <a:lumOff val="100000"/>
                  </a:schemeClr>
                </a:gs>
                <a:gs pos="50000">
                  <a:schemeClr val="accent6"/>
                </a:gs>
                <a:gs pos="100000">
                  <a:schemeClr val="accent6">
                    <a:alpha val="0"/>
                  </a:schemeClr>
                </a:gs>
              </a:gsLst>
              <a:lin ang="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ln>
                <a:gradFill>
                  <a:gsLst>
                    <a:gs pos="0">
                      <a:srgbClr val="FFFFFF"/>
                    </a:gs>
                    <a:gs pos="51000">
                      <a:srgbClr val="FFFFFF"/>
                    </a:gs>
                  </a:gsLst>
                  <a:lin ang="5400000" scaled="0"/>
                </a:gradFill>
              </a:ln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21" name="文本框 10"/>
          <p:cNvSpPr txBox="1"/>
          <p:nvPr/>
        </p:nvSpPr>
        <p:spPr>
          <a:xfrm>
            <a:off x="3712210" y="189230"/>
            <a:ext cx="476821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pt-PT" altLang="zh-CN" sz="4000" b="1">
                <a:solidFill>
                  <a:schemeClr val="bg1"/>
                </a:solidFill>
                <a:latin typeface="Inter Black" panose="02000503000000020004" charset="0"/>
                <a:ea typeface="Inter Black" panose="02000503000000020004" charset="0"/>
                <a:cs typeface="Inter" panose="02000503000000020004" charset="0"/>
                <a:sym typeface="+mn-ea"/>
              </a:rPr>
              <a:t>Base de Dados</a:t>
            </a:r>
            <a:endParaRPr lang="pt-PT" altLang="zh-CN" sz="2400" b="1">
              <a:solidFill>
                <a:schemeClr val="bg1"/>
              </a:solidFill>
              <a:latin typeface="Inter Black" panose="02000503000000020004" charset="0"/>
              <a:ea typeface="Inter Black" panose="02000503000000020004" charset="0"/>
              <a:cs typeface="Inter" panose="02000503000000020004" charset="0"/>
            </a:endParaRPr>
          </a:p>
        </p:txBody>
      </p:sp>
      <p:grpSp>
        <p:nvGrpSpPr>
          <p:cNvPr id="25" name="组合 2"/>
          <p:cNvGrpSpPr/>
          <p:nvPr/>
        </p:nvGrpSpPr>
        <p:grpSpPr>
          <a:xfrm rot="0">
            <a:off x="3108325" y="465455"/>
            <a:ext cx="878205" cy="196850"/>
            <a:chOff x="5272" y="688"/>
            <a:chExt cx="1383" cy="310"/>
          </a:xfrm>
        </p:grpSpPr>
        <p:sp>
          <p:nvSpPr>
            <p:cNvPr id="28" name="平行四边形 67"/>
            <p:cNvSpPr/>
            <p:nvPr/>
          </p:nvSpPr>
          <p:spPr>
            <a:xfrm flipV="1">
              <a:off x="6137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31" name="平行四边形 69"/>
            <p:cNvSpPr/>
            <p:nvPr/>
          </p:nvSpPr>
          <p:spPr>
            <a:xfrm flipV="1">
              <a:off x="5703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32" name="平行四边形 71"/>
            <p:cNvSpPr/>
            <p:nvPr/>
          </p:nvSpPr>
          <p:spPr>
            <a:xfrm flipV="1">
              <a:off x="5272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33" name="平行四边形 89"/>
            <p:cNvSpPr/>
            <p:nvPr/>
          </p:nvSpPr>
          <p:spPr>
            <a:xfrm flipV="1">
              <a:off x="6159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34" name="平行四边形 91"/>
            <p:cNvSpPr/>
            <p:nvPr/>
          </p:nvSpPr>
          <p:spPr>
            <a:xfrm flipV="1">
              <a:off x="5726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35" name="平行四边形 93"/>
            <p:cNvSpPr/>
            <p:nvPr/>
          </p:nvSpPr>
          <p:spPr>
            <a:xfrm flipV="1">
              <a:off x="5294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</p:grpSp>
      <p:grpSp>
        <p:nvGrpSpPr>
          <p:cNvPr id="36" name="组合 3"/>
          <p:cNvGrpSpPr/>
          <p:nvPr/>
        </p:nvGrpSpPr>
        <p:grpSpPr>
          <a:xfrm rot="0" flipH="1">
            <a:off x="8168640" y="465455"/>
            <a:ext cx="878205" cy="196850"/>
            <a:chOff x="5272" y="688"/>
            <a:chExt cx="1383" cy="310"/>
          </a:xfrm>
        </p:grpSpPr>
        <p:sp>
          <p:nvSpPr>
            <p:cNvPr id="37" name="平行四边形 7"/>
            <p:cNvSpPr/>
            <p:nvPr/>
          </p:nvSpPr>
          <p:spPr>
            <a:xfrm flipV="1">
              <a:off x="6137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38" name="平行四边形 9"/>
            <p:cNvSpPr/>
            <p:nvPr/>
          </p:nvSpPr>
          <p:spPr>
            <a:xfrm flipV="1">
              <a:off x="5703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39" name="平行四边形 11"/>
            <p:cNvSpPr/>
            <p:nvPr/>
          </p:nvSpPr>
          <p:spPr>
            <a:xfrm flipV="1">
              <a:off x="5272" y="71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40" name="平行四边形 12"/>
            <p:cNvSpPr/>
            <p:nvPr/>
          </p:nvSpPr>
          <p:spPr>
            <a:xfrm flipV="1">
              <a:off x="6159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42" name="平行四边形 13"/>
            <p:cNvSpPr/>
            <p:nvPr/>
          </p:nvSpPr>
          <p:spPr>
            <a:xfrm flipV="1">
              <a:off x="5726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  <p:sp>
          <p:nvSpPr>
            <p:cNvPr id="43" name="平行四边形 14"/>
            <p:cNvSpPr/>
            <p:nvPr/>
          </p:nvSpPr>
          <p:spPr>
            <a:xfrm flipV="1">
              <a:off x="5294" y="688"/>
              <a:ext cx="497" cy="281"/>
            </a:xfrm>
            <a:prstGeom prst="parallelogram">
              <a:avLst>
                <a:gd name="adj" fmla="val 10184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Inter" panose="02000503000000020004" charset="0"/>
              </a:endParaRPr>
            </a:p>
          </p:txBody>
        </p:sp>
      </p:grpSp>
      <p:sp>
        <p:nvSpPr>
          <p:cNvPr id="45" name="平行四边形 40"/>
          <p:cNvSpPr/>
          <p:nvPr>
            <p:custDataLst>
              <p:tags r:id="rId3"/>
            </p:custDataLst>
          </p:nvPr>
        </p:nvSpPr>
        <p:spPr>
          <a:xfrm flipH="1">
            <a:off x="3396615" y="1702435"/>
            <a:ext cx="5320665" cy="4081780"/>
          </a:xfrm>
          <a:prstGeom prst="parallelogram">
            <a:avLst>
              <a:gd name="adj" fmla="val 0"/>
            </a:avLst>
          </a:prstGeom>
          <a:solidFill>
            <a:schemeClr val="accent3">
              <a:alpha val="10000"/>
            </a:schemeClr>
          </a:solidFill>
          <a:ln w="41275">
            <a:gradFill>
              <a:gsLst>
                <a:gs pos="2000">
                  <a:schemeClr val="accent1">
                    <a:alpha val="0"/>
                  </a:schemeClr>
                </a:gs>
                <a:gs pos="5000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47" name="TextBox 16"/>
          <p:cNvSpPr txBox="1"/>
          <p:nvPr/>
        </p:nvSpPr>
        <p:spPr>
          <a:xfrm>
            <a:off x="3724593" y="1779270"/>
            <a:ext cx="440309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pt-PT" altLang="zh-CN" sz="2000" spc="100" dirty="0">
                <a:solidFill>
                  <a:schemeClr val="accent1"/>
                </a:solidFill>
                <a:uFillTx/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Lógica</a:t>
            </a:r>
            <a:endParaRPr lang="pt-PT" altLang="zh-CN" sz="2000" spc="100" dirty="0">
              <a:solidFill>
                <a:schemeClr val="accent1"/>
              </a:solidFill>
              <a:uFillTx/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+mn-ea"/>
            </a:endParaRPr>
          </a:p>
        </p:txBody>
      </p:sp>
      <p:sp>
        <p:nvSpPr>
          <p:cNvPr id="48" name="平行四边形 28"/>
          <p:cNvSpPr/>
          <p:nvPr>
            <p:custDataLst>
              <p:tags r:id="rId4"/>
            </p:custDataLst>
          </p:nvPr>
        </p:nvSpPr>
        <p:spPr>
          <a:xfrm rot="10800000" flipH="1">
            <a:off x="4256723" y="1693545"/>
            <a:ext cx="3338830" cy="509905"/>
          </a:xfrm>
          <a:prstGeom prst="parallelogram">
            <a:avLst>
              <a:gd name="adj" fmla="val 0"/>
            </a:avLst>
          </a:prstGeom>
          <a:noFill/>
          <a:ln w="41275">
            <a:gradFill>
              <a:gsLst>
                <a:gs pos="2000">
                  <a:schemeClr val="accent1">
                    <a:alpha val="0"/>
                  </a:schemeClr>
                </a:gs>
                <a:gs pos="5000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Inter" panose="02000503000000020004" charset="0"/>
            </a:endParaRPr>
          </a:p>
        </p:txBody>
      </p:sp>
      <p:sp>
        <p:nvSpPr>
          <p:cNvPr id="49" name="Content Placeholder 2"/>
          <p:cNvSpPr/>
          <p:nvPr>
            <p:custDataLst>
              <p:tags r:id="rId5"/>
            </p:custDataLst>
          </p:nvPr>
        </p:nvSpPr>
        <p:spPr>
          <a:xfrm>
            <a:off x="3625850" y="2559685"/>
            <a:ext cx="4502150" cy="3103880"/>
          </a:xfrm>
          <a:prstGeom prst="rect">
            <a:avLst/>
          </a:prstGeom>
        </p:spPr>
        <p:txBody>
          <a:bodyPr wrap="square" bIns="46990" rtlCol="0" anchor="t"/>
          <a:p>
            <a:pPr marL="285750" lvl="0" indent="-285750" algn="l" fontAlgn="auto">
              <a:lnSpc>
                <a:spcPct val="130000"/>
              </a:lnSpc>
              <a:spcAft>
                <a:spcPts val="1000"/>
              </a:spcAft>
              <a:buClr>
                <a:srgbClr val="FFFFFF"/>
              </a:buClr>
              <a:buSzTx/>
              <a:buFont typeface="Wingdings" panose="05000000000000000000" charset="0"/>
              <a:buChar char="Ø"/>
            </a:pPr>
            <a:r>
              <a:rPr lang="pt-PT" sz="140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O “cérebro” do sistema</a:t>
            </a:r>
            <a:endParaRPr lang="pt-PT" sz="1400">
              <a:solidFill>
                <a:schemeClr val="bg1">
                  <a:lumMod val="85000"/>
                </a:schemeClr>
              </a:solidFill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+mn-ea"/>
            </a:endParaRPr>
          </a:p>
          <a:p>
            <a:pPr marL="285750" lvl="0" indent="-285750" algn="l" fontAlgn="auto">
              <a:lnSpc>
                <a:spcPct val="130000"/>
              </a:lnSpc>
              <a:spcAft>
                <a:spcPts val="1000"/>
              </a:spcAft>
              <a:buClr>
                <a:srgbClr val="FFFFFF"/>
              </a:buClr>
              <a:buSzTx/>
              <a:buFont typeface="Wingdings" panose="05000000000000000000" charset="0"/>
              <a:buChar char="Ø"/>
            </a:pPr>
            <a:r>
              <a:rPr lang="pt-PT" sz="140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Vai buscar dados de persistencia e aplica os em funções.</a:t>
            </a:r>
            <a:endParaRPr lang="pt-PT" sz="1400">
              <a:solidFill>
                <a:schemeClr val="bg1">
                  <a:lumMod val="85000"/>
                </a:schemeClr>
              </a:solidFill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+mn-ea"/>
            </a:endParaRPr>
          </a:p>
          <a:p>
            <a:pPr marL="285750" lvl="0" indent="-285750" algn="l" fontAlgn="auto">
              <a:lnSpc>
                <a:spcPct val="130000"/>
              </a:lnSpc>
              <a:spcAft>
                <a:spcPts val="1000"/>
              </a:spcAft>
              <a:buClr>
                <a:srgbClr val="FFFFFF"/>
              </a:buClr>
              <a:buSzTx/>
              <a:buFont typeface="Wingdings" panose="05000000000000000000" charset="0"/>
              <a:buChar char="Ø"/>
            </a:pPr>
            <a:r>
              <a:rPr lang="en-US" altLang="pt-PT" sz="140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Organiza</a:t>
            </a:r>
            <a:r>
              <a:rPr lang="pt-PT" altLang="en-US" sz="140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ndo e alterando valores </a:t>
            </a:r>
            <a:r>
              <a:rPr lang="en-US" altLang="pt-PT" sz="140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de</a:t>
            </a:r>
            <a:r>
              <a:rPr lang="pt-PT" altLang="en-US" sz="140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:</a:t>
            </a:r>
            <a:endParaRPr lang="pt-PT" altLang="en-US" sz="1400">
              <a:solidFill>
                <a:schemeClr val="bg1">
                  <a:lumMod val="85000"/>
                </a:schemeClr>
              </a:solidFill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+mn-ea"/>
            </a:endParaRPr>
          </a:p>
          <a:p>
            <a:pPr marL="742950" lvl="1" indent="-285750" algn="l" fontAlgn="auto">
              <a:lnSpc>
                <a:spcPct val="130000"/>
              </a:lnSpc>
              <a:spcAft>
                <a:spcPts val="1000"/>
              </a:spcAft>
              <a:buClr>
                <a:srgbClr val="FFFFFF"/>
              </a:buClr>
              <a:buSzTx/>
              <a:buFont typeface="Wingdings" panose="05000000000000000000" charset="0"/>
              <a:buChar char="Ø"/>
            </a:pPr>
            <a:r>
              <a:rPr lang="en-US" altLang="pt-PT" sz="140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cursos</a:t>
            </a:r>
            <a:endParaRPr lang="en-US" altLang="pt-PT" sz="1400">
              <a:solidFill>
                <a:schemeClr val="bg1">
                  <a:lumMod val="85000"/>
                </a:schemeClr>
              </a:solidFill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+mn-ea"/>
            </a:endParaRPr>
          </a:p>
          <a:p>
            <a:pPr marL="742950" lvl="1" indent="-285750" algn="l" fontAlgn="auto">
              <a:lnSpc>
                <a:spcPct val="130000"/>
              </a:lnSpc>
              <a:spcAft>
                <a:spcPts val="1000"/>
              </a:spcAft>
              <a:buClr>
                <a:srgbClr val="FFFFFF"/>
              </a:buClr>
              <a:buSzTx/>
              <a:buFont typeface="Wingdings" panose="05000000000000000000" charset="0"/>
              <a:buChar char="Ø"/>
            </a:pPr>
            <a:r>
              <a:rPr lang="en-US" altLang="pt-PT" sz="140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alunos</a:t>
            </a:r>
            <a:endParaRPr lang="en-US" altLang="pt-PT" sz="1400">
              <a:solidFill>
                <a:schemeClr val="bg1">
                  <a:lumMod val="85000"/>
                </a:schemeClr>
              </a:solidFill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+mn-ea"/>
            </a:endParaRPr>
          </a:p>
          <a:p>
            <a:pPr marL="742950" lvl="1" indent="-285750" algn="l" fontAlgn="auto">
              <a:lnSpc>
                <a:spcPct val="130000"/>
              </a:lnSpc>
              <a:spcAft>
                <a:spcPts val="1000"/>
              </a:spcAft>
              <a:buClr>
                <a:srgbClr val="FFFFFF"/>
              </a:buClr>
              <a:buSzTx/>
              <a:buFont typeface="Wingdings" panose="05000000000000000000" charset="0"/>
              <a:buChar char="Ø"/>
            </a:pPr>
            <a:r>
              <a:rPr lang="en-US" altLang="pt-PT" sz="140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  <a:t>professores</a:t>
            </a:r>
            <a:br>
              <a:rPr lang="en-US" altLang="pt-PT" sz="1400">
                <a:solidFill>
                  <a:schemeClr val="bg1">
                    <a:lumMod val="85000"/>
                  </a:schemeClr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+mn-ea"/>
              </a:rPr>
            </a:br>
            <a:endParaRPr lang="en-US" altLang="pt-PT" sz="1400">
              <a:solidFill>
                <a:schemeClr val="bg1">
                  <a:lumMod val="85000"/>
                </a:schemeClr>
              </a:solidFill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+mn-ea"/>
            </a:endParaRPr>
          </a:p>
          <a:p>
            <a:pPr lvl="1" indent="0" algn="l" fontAlgn="auto">
              <a:lnSpc>
                <a:spcPct val="130000"/>
              </a:lnSpc>
              <a:spcAft>
                <a:spcPts val="1000"/>
              </a:spcAft>
              <a:buClr>
                <a:srgbClr val="FFFFFF"/>
              </a:buClr>
              <a:buSzTx/>
              <a:buFont typeface="Wingdings" panose="05000000000000000000" charset="0"/>
              <a:buNone/>
            </a:pPr>
            <a:endParaRPr lang="en-US" altLang="pt-PT" sz="1400">
              <a:solidFill>
                <a:schemeClr val="bg1">
                  <a:lumMod val="85000"/>
                </a:schemeClr>
              </a:solidFill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+mn-ea"/>
            </a:endParaRPr>
          </a:p>
        </p:txBody>
      </p:sp>
      <p:sp>
        <p:nvSpPr>
          <p:cNvPr id="1105" name="COLUMN…"/>
          <p:cNvSpPr txBox="1"/>
          <p:nvPr/>
        </p:nvSpPr>
        <p:spPr>
          <a:xfrm>
            <a:off x="0" y="935990"/>
            <a:ext cx="12183110" cy="64516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p>
            <a:pPr algn="ctr">
              <a:defRPr sz="4400">
                <a:solidFill>
                  <a:srgbClr val="404040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rPr lang="pt-PT" altLang="en-US" sz="3600">
                <a:solidFill>
                  <a:schemeClr val="accent6"/>
                </a:solidFill>
                <a:latin typeface="Inter Black" panose="02000503000000020004" charset="0"/>
                <a:ea typeface="Inter Black" panose="02000503000000020004" charset="0"/>
                <a:cs typeface="Inter Black" panose="02000503000000020004" charset="0"/>
                <a:sym typeface="Inter Black" panose="02000503000000020004" charset="0"/>
              </a:rPr>
              <a:t>Lógica</a:t>
            </a:r>
            <a:endParaRPr lang="pt-PT" altLang="en-US" sz="3600">
              <a:solidFill>
                <a:schemeClr val="accent6"/>
              </a:solidFill>
              <a:latin typeface="Inter Black" panose="02000503000000020004" charset="0"/>
              <a:ea typeface="Inter Black" panose="02000503000000020004" charset="0"/>
              <a:cs typeface="Inter Black" panose="02000503000000020004" charset="0"/>
              <a:sym typeface="Inter Black" panose="02000503000000020004" charset="0"/>
            </a:endParaRPr>
          </a:p>
        </p:txBody>
      </p:sp>
      <p:sp>
        <p:nvSpPr>
          <p:cNvPr id="18" name="平行四边形 5"/>
          <p:cNvSpPr/>
          <p:nvPr>
            <p:custDataLst>
              <p:tags r:id="rId6"/>
            </p:custDataLst>
          </p:nvPr>
        </p:nvSpPr>
        <p:spPr>
          <a:xfrm rot="10800000" flipH="1">
            <a:off x="4427220" y="895985"/>
            <a:ext cx="3338830" cy="727710"/>
          </a:xfrm>
          <a:prstGeom prst="parallelogram">
            <a:avLst>
              <a:gd name="adj" fmla="val 0"/>
            </a:avLst>
          </a:prstGeom>
          <a:noFill/>
          <a:ln w="41275">
            <a:gradFill>
              <a:gsLst>
                <a:gs pos="2000">
                  <a:schemeClr val="accent1">
                    <a:alpha val="0"/>
                  </a:schemeClr>
                </a:gs>
                <a:gs pos="50000">
                  <a:schemeClr val="accent1"/>
                </a:gs>
                <a:gs pos="100000">
                  <a:schemeClr val="accent1">
                    <a:alpha val="0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cs typeface="Inter" panose="02000503000000020004" charset="0"/>
            </a:endParaRPr>
          </a:p>
        </p:txBody>
      </p:sp>
    </p:spTree>
    <p:custDataLst>
      <p:tags r:id="rId7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25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126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27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LINE_FORE_SCHEMECOLOR_INDEX_BRIGHTNESS" val="0"/>
  <p:tag name="KSO_WM_UNIT_LINE_FORE_SCHEMECOLOR_INDEX" val="6"/>
  <p:tag name="KSO_WM_UNIT_LINE_FILL_TYPE" val="2"/>
</p:tagLst>
</file>

<file path=ppt/tags/tag128.xml><?xml version="1.0" encoding="utf-8"?>
<p:tagLst xmlns:p="http://schemas.openxmlformats.org/presentationml/2006/main">
  <p:tag name="KSO_WM_UNIT_LINE_FORE_SCHEMECOLOR_INDEX_1_BRIGHTNESS" val="-0.25"/>
  <p:tag name="KSO_WM_UNIT_LINE_FORE_SCHEMECOLOR_INDEX_1" val="16"/>
  <p:tag name="KSO_WM_UNIT_LINE_FORE_SCHEMECOLOR_INDEX_1_POS" val="0.3"/>
  <p:tag name="KSO_WM_UNIT_LINE_FORE_SCHEMECOLOR_INDEX_1_TRANS" val="1"/>
  <p:tag name="KSO_WM_UNIT_LINE_FORE_SCHEMECOLOR_INDEX_2_BRIGHTNESS" val="-0.25"/>
  <p:tag name="KSO_WM_UNIT_LINE_FORE_SCHEMECOLOR_INDEX_2" val="16"/>
  <p:tag name="KSO_WM_UNIT_LINE_FORE_SCHEMECOLOR_INDEX_2_POS" val="1"/>
  <p:tag name="KSO_WM_UNIT_LINE_FORE_SCHEMECOLOR_INDEX_2_TRANS" val="0"/>
  <p:tag name="KSO_WM_UNIT_LINE_GRADIENT_TYPE" val="0"/>
  <p:tag name="KSO_WM_UNIT_LINE_GRADIENT_ANGLE" val="0"/>
  <p:tag name="KSO_WM_UNIT_LINE_GRADIENT_Direction" val="3"/>
  <p:tag name="KSO_WM_UNIT_LINE_FILL_TYPE" val="5"/>
  <p:tag name="KSO_WM_UNIT_TEXT_FILL_FORE_SCHEMECOLOR_INDEX_BRIGHTNESS" val="0"/>
  <p:tag name="KSO_WM_UNIT_TEXT_FILL_FORE_SCHEMECOLOR_INDEX" val="2"/>
  <p:tag name="KSO_WM_UNIT_TEXT_FILL_TYPE" val="1"/>
  <p:tag name="KSO_WM_UNIT_FILL_FORE_SCHEMECOLOR_INDEX_1_BRIGHTNESS" val="0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1"/>
  <p:tag name="KSO_WM_UNIT_FILL_FORE_SCHEMECOLOR_INDEX_2_TRANS" val="1"/>
  <p:tag name="KSO_WM_UNIT_FILL_GRADIENT_TYPE" val="0"/>
  <p:tag name="KSO_WM_UNIT_FILL_GRADIENT_ANGLE" val="30"/>
  <p:tag name="KSO_WM_UNIT_FILL_GRADIENT_Direction" val="-2"/>
  <p:tag name="KSO_WM_UNIT_FILL_TYPE" val="3"/>
</p:tagLst>
</file>

<file path=ppt/tags/tag129.xml><?xml version="1.0" encoding="utf-8"?>
<p:tagLst xmlns:p="http://schemas.openxmlformats.org/presentationml/2006/main">
  <p:tag name="KSO_WM_UNIT_LINE_FORE_SCHEMECOLOR_INDEX_1_BRIGHTNESS" val="-0.25"/>
  <p:tag name="KSO_WM_UNIT_LINE_FORE_SCHEMECOLOR_INDEX_1" val="16"/>
  <p:tag name="KSO_WM_UNIT_LINE_FORE_SCHEMECOLOR_INDEX_1_POS" val="0.3"/>
  <p:tag name="KSO_WM_UNIT_LINE_FORE_SCHEMECOLOR_INDEX_1_TRANS" val="1"/>
  <p:tag name="KSO_WM_UNIT_LINE_FORE_SCHEMECOLOR_INDEX_2_BRIGHTNESS" val="-0.25"/>
  <p:tag name="KSO_WM_UNIT_LINE_FORE_SCHEMECOLOR_INDEX_2" val="16"/>
  <p:tag name="KSO_WM_UNIT_LINE_FORE_SCHEMECOLOR_INDEX_2_POS" val="1"/>
  <p:tag name="KSO_WM_UNIT_LINE_FORE_SCHEMECOLOR_INDEX_2_TRANS" val="0"/>
  <p:tag name="KSO_WM_UNIT_LINE_GRADIENT_TYPE" val="0"/>
  <p:tag name="KSO_WM_UNIT_LINE_GRADIENT_ANGLE" val="0"/>
  <p:tag name="KSO_WM_UNIT_LINE_GRADIENT_Direction" val="3"/>
  <p:tag name="KSO_WM_UNIT_LINE_FILL_TYPE" val="5"/>
  <p:tag name="KSO_WM_UNIT_TEXT_FILL_FORE_SCHEMECOLOR_INDEX_BRIGHTNESS" val="0"/>
  <p:tag name="KSO_WM_UNIT_TEXT_FILL_FORE_SCHEMECOLOR_INDEX" val="2"/>
  <p:tag name="KSO_WM_UNIT_TEXT_FILL_TYPE" val="1"/>
</p:tagLst>
</file>

<file path=ppt/tags/tag130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31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32.xml><?xml version="1.0" encoding="utf-8"?>
<p:tagLst xmlns:p="http://schemas.openxmlformats.org/presentationml/2006/main">
  <p:tag name="KSO_WM_UNIT_LINE_FORE_SCHEMECOLOR_INDEX_1_BRIGHTNESS" val="0"/>
  <p:tag name="KSO_WM_UNIT_LINE_FORE_SCHEMECOLOR_INDEX_1" val="5"/>
  <p:tag name="KSO_WM_UNIT_LINE_FORE_SCHEMECOLOR_INDEX_1_POS" val="0"/>
  <p:tag name="KSO_WM_UNIT_LINE_FORE_SCHEMECOLOR_INDEX_1_TRANS" val="0"/>
  <p:tag name="KSO_WM_UNIT_LINE_FORE_SCHEMECOLOR_INDEX_2_BRIGHTNESS" val="0"/>
  <p:tag name="KSO_WM_UNIT_LINE_FORE_SCHEMECOLOR_INDEX_2" val="5"/>
  <p:tag name="KSO_WM_UNIT_LINE_FORE_SCHEMECOLOR_INDEX_2_POS" val="0.49"/>
  <p:tag name="KSO_WM_UNIT_LINE_FORE_SCHEMECOLOR_INDEX_2_TRANS" val="1"/>
  <p:tag name="KSO_WM_UNIT_LINE_GRADIENT_TYPE" val="0"/>
  <p:tag name="KSO_WM_UNIT_LINE_GRADIENT_ANGLE" val="0"/>
  <p:tag name="KSO_WM_UNIT_LINE_GRADIENT_Direction" val="3"/>
  <p:tag name="KSO_WM_UNIT_LINE_FILL_TYPE" val="5"/>
</p:tagLst>
</file>

<file path=ppt/tags/tag133.xml><?xml version="1.0" encoding="utf-8"?>
<p:tagLst xmlns:p="http://schemas.openxmlformats.org/presentationml/2006/main">
  <p:tag name="KSO_WM_UNIT_LINE_FORE_SCHEMECOLOR_INDEX_1_BRIGHTNESS" val="0"/>
  <p:tag name="KSO_WM_UNIT_LINE_FORE_SCHEMECOLOR_INDEX_1" val="5"/>
  <p:tag name="KSO_WM_UNIT_LINE_FORE_SCHEMECOLOR_INDEX_1_POS" val="0.39"/>
  <p:tag name="KSO_WM_UNIT_LINE_FORE_SCHEMECOLOR_INDEX_1_TRANS" val="1"/>
  <p:tag name="KSO_WM_UNIT_LINE_FORE_SCHEMECOLOR_INDEX_2_BRIGHTNESS" val="0"/>
  <p:tag name="KSO_WM_UNIT_LINE_FORE_SCHEMECOLOR_INDEX_2" val="5"/>
  <p:tag name="KSO_WM_UNIT_LINE_FORE_SCHEMECOLOR_INDEX_2_POS" val="0.55"/>
  <p:tag name="KSO_WM_UNIT_LINE_FORE_SCHEMECOLOR_INDEX_2_TRANS" val="0"/>
  <p:tag name="KSO_WM_UNIT_LINE_GRADIENT_TYPE" val="0"/>
  <p:tag name="KSO_WM_UNIT_LINE_GRADIENT_ANGLE" val="0"/>
  <p:tag name="KSO_WM_UNIT_LINE_GRADIENT_Direction" val="3"/>
  <p:tag name="KSO_WM_UNIT_LINE_FILL_TYPE" val="5"/>
</p:tagLst>
</file>

<file path=ppt/tags/tag134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35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36.xml><?xml version="1.0" encoding="utf-8"?>
<p:tagLst xmlns:p="http://schemas.openxmlformats.org/presentationml/2006/main">
  <p:tag name="KSO_WM_UNIT_LINE_FORE_SCHEMECOLOR_INDEX_1_BRIGHTNESS" val="0"/>
  <p:tag name="KSO_WM_UNIT_LINE_FORE_SCHEMECOLOR_INDEX_1" val="5"/>
  <p:tag name="KSO_WM_UNIT_LINE_FORE_SCHEMECOLOR_INDEX_1_POS" val="0"/>
  <p:tag name="KSO_WM_UNIT_LINE_FORE_SCHEMECOLOR_INDEX_1_TRANS" val="0"/>
  <p:tag name="KSO_WM_UNIT_LINE_FORE_SCHEMECOLOR_INDEX_2_BRIGHTNESS" val="0"/>
  <p:tag name="KSO_WM_UNIT_LINE_FORE_SCHEMECOLOR_INDEX_2" val="5"/>
  <p:tag name="KSO_WM_UNIT_LINE_FORE_SCHEMECOLOR_INDEX_2_POS" val="0.49"/>
  <p:tag name="KSO_WM_UNIT_LINE_FORE_SCHEMECOLOR_INDEX_2_TRANS" val="1"/>
  <p:tag name="KSO_WM_UNIT_LINE_GRADIENT_TYPE" val="0"/>
  <p:tag name="KSO_WM_UNIT_LINE_GRADIENT_ANGLE" val="0"/>
  <p:tag name="KSO_WM_UNIT_LINE_GRADIENT_Direction" val="3"/>
  <p:tag name="KSO_WM_UNIT_LINE_FILL_TYPE" val="5"/>
</p:tagLst>
</file>

<file path=ppt/tags/tag137.xml><?xml version="1.0" encoding="utf-8"?>
<p:tagLst xmlns:p="http://schemas.openxmlformats.org/presentationml/2006/main">
  <p:tag name="KSO_WM_UNIT_LINE_FORE_SCHEMECOLOR_INDEX_1_BRIGHTNESS" val="0"/>
  <p:tag name="KSO_WM_UNIT_LINE_FORE_SCHEMECOLOR_INDEX_1" val="5"/>
  <p:tag name="KSO_WM_UNIT_LINE_FORE_SCHEMECOLOR_INDEX_1_POS" val="0.39"/>
  <p:tag name="KSO_WM_UNIT_LINE_FORE_SCHEMECOLOR_INDEX_1_TRANS" val="1"/>
  <p:tag name="KSO_WM_UNIT_LINE_FORE_SCHEMECOLOR_INDEX_2_BRIGHTNESS" val="0"/>
  <p:tag name="KSO_WM_UNIT_LINE_FORE_SCHEMECOLOR_INDEX_2" val="5"/>
  <p:tag name="KSO_WM_UNIT_LINE_FORE_SCHEMECOLOR_INDEX_2_POS" val="0.55"/>
  <p:tag name="KSO_WM_UNIT_LINE_FORE_SCHEMECOLOR_INDEX_2_TRANS" val="0"/>
  <p:tag name="KSO_WM_UNIT_LINE_GRADIENT_TYPE" val="0"/>
  <p:tag name="KSO_WM_UNIT_LINE_GRADIENT_ANGLE" val="0"/>
  <p:tag name="KSO_WM_UNIT_LINE_GRADIENT_Direction" val="3"/>
  <p:tag name="KSO_WM_UNIT_LINE_FILL_TYPE" val="5"/>
</p:tagLst>
</file>

<file path=ppt/tags/tag138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39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40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41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42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43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44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45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46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4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48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LINE_FORE_SCHEMECOLOR_INDEX_1_BRIGHTNESS" val="0"/>
  <p:tag name="KSO_WM_UNIT_LINE_FORE_SCHEMECOLOR_INDEX_1" val="8"/>
  <p:tag name="KSO_WM_UNIT_LINE_FORE_SCHEMECOLOR_INDEX_1_POS" val="0.02"/>
  <p:tag name="KSO_WM_UNIT_LINE_FORE_SCHEMECOLOR_INDEX_1_TRANS" val="1"/>
  <p:tag name="KSO_WM_UNIT_LINE_FORE_SCHEMECOLOR_INDEX_2_BRIGHTNESS" val="0"/>
  <p:tag name="KSO_WM_UNIT_LINE_FORE_SCHEMECOLOR_INDEX_2" val="8"/>
  <p:tag name="KSO_WM_UNIT_LINE_FORE_SCHEMECOLOR_INDEX_2_POS" val="0.5"/>
  <p:tag name="KSO_WM_UNIT_LINE_FORE_SCHEMECOLOR_INDEX_2_TRANS" val="0"/>
  <p:tag name="KSO_WM_UNIT_LINE_FORE_SCHEMECOLOR_INDEX_3_BRIGHTNESS" val="0"/>
  <p:tag name="KSO_WM_UNIT_LINE_FORE_SCHEMECOLOR_INDEX_3" val="8"/>
  <p:tag name="KSO_WM_UNIT_LINE_FORE_SCHEMECOLOR_INDEX_3_POS" val="1"/>
  <p:tag name="KSO_WM_UNIT_LINE_FORE_SCHEMECOLOR_INDEX_3_TRANS" val="1"/>
  <p:tag name="KSO_WM_UNIT_LINE_GRADIENT_TYPE" val="0"/>
  <p:tag name="KSO_WM_UNIT_LINE_GRADIENT_ANGLE" val="0"/>
  <p:tag name="KSO_WM_UNIT_LINE_GRADIENT_Direction" val="3"/>
  <p:tag name="KSO_WM_UNIT_LINE_FILL_TYPE" val="5"/>
</p:tagLst>
</file>

<file path=ppt/tags/tag149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50.xml><?xml version="1.0" encoding="utf-8"?>
<p:tagLst xmlns:p="http://schemas.openxmlformats.org/presentationml/2006/main">
  <p:tag name="KSO_WM_DIAGRAM_VIRTUALLY_FRAME" val="{&quot;height&quot;:345.7,&quot;left&quot;:29.75,&quot;top&quot;:134.4,&quot;width&quot;:900.45}"/>
</p:tagLst>
</file>

<file path=ppt/tags/tag151.xml><?xml version="1.0" encoding="utf-8"?>
<p:tagLst xmlns:p="http://schemas.openxmlformats.org/presentationml/2006/main">
  <p:tag name="KSO_WM_UNIT_TEXT_FORE_SCHEMECOLOR_INDEX_1_BRIGHTNESS" val="0"/>
  <p:tag name="KSO_WM_UNIT_TEXT_FORE_SCHEMECOLOR_INDEX_1" val="14"/>
  <p:tag name="KSO_WM_UNIT_TEXT_FORE_SCHEMECOLOR_INDEX_1_POS" val="0"/>
  <p:tag name="KSO_WM_UNIT_TEXT_FORE_SCHEMECOLOR_INDEX_1_TRANS" val="0"/>
  <p:tag name="KSO_WM_UNIT_TEXT_FORE_SCHEMECOLOR_INDEX_2_BRIGHTNESS" val="0"/>
  <p:tag name="KSO_WM_UNIT_TEXT_FORE_SCHEMECOLOR_INDEX_2" val="14"/>
  <p:tag name="KSO_WM_UNIT_TEXT_FORE_SCHEMECOLOR_INDEX_2_POS" val="0.51"/>
  <p:tag name="KSO_WM_UNIT_TEXT_FORE_SCHEMECOLOR_INDEX_2_TRANS" val="0"/>
  <p:tag name="KSO_WM_DIAGRAM_VIRTUALLY_FRAME" val="{&quot;height&quot;:345.7,&quot;left&quot;:29.75,&quot;top&quot;:134.4,&quot;width&quot;:900.45}"/>
</p:tagLst>
</file>

<file path=ppt/tags/tag152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DIAGRAM_VIRTUALLY_FRAME" val="{&quot;height&quot;:345.7,&quot;left&quot;:29.75,&quot;top&quot;:134.4,&quot;width&quot;:900.45}"/>
</p:tagLst>
</file>

<file path=ppt/tags/tag153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DIAGRAM_VIRTUALLY_FRAME" val="{&quot;height&quot;:345.7,&quot;left&quot;:29.75,&quot;top&quot;:134.4,&quot;width&quot;:900.45}"/>
</p:tagLst>
</file>

<file path=ppt/tags/tag154.xml><?xml version="1.0" encoding="utf-8"?>
<p:tagLst xmlns:p="http://schemas.openxmlformats.org/presentationml/2006/main">
  <p:tag name="KSO_WM_DIAGRAM_VIRTUALLY_FRAME" val="{&quot;height&quot;:345.7,&quot;left&quot;:29.75,&quot;top&quot;:134.4,&quot;width&quot;:900.45}"/>
</p:tagLst>
</file>

<file path=ppt/tags/tag155.xml><?xml version="1.0" encoding="utf-8"?>
<p:tagLst xmlns:p="http://schemas.openxmlformats.org/presentationml/2006/main">
  <p:tag name="KSO_WM_UNIT_TEXT_FILL_FORE_SCHEMECOLOR_INDEX_BRIGHTNESS" val="-0.35"/>
  <p:tag name="KSO_WM_UNIT_TEXT_FILL_FORE_SCHEMECOLOR_INDEX" val="14"/>
  <p:tag name="KSO_WM_UNIT_TEXT_FILL_TYPE" val="1"/>
</p:tagLst>
</file>

<file path=ppt/tags/tag156.xml><?xml version="1.0" encoding="utf-8"?>
<p:tagLst xmlns:p="http://schemas.openxmlformats.org/presentationml/2006/main">
  <p:tag name="KSO_WM_UNIT_TEXT_FORE_SCHEMECOLOR_INDEX_1_BRIGHTNESS" val="0"/>
  <p:tag name="KSO_WM_UNIT_TEXT_FORE_SCHEMECOLOR_INDEX_1" val="14"/>
  <p:tag name="KSO_WM_UNIT_TEXT_FORE_SCHEMECOLOR_INDEX_1_POS" val="0"/>
  <p:tag name="KSO_WM_UNIT_TEXT_FORE_SCHEMECOLOR_INDEX_1_TRANS" val="0"/>
  <p:tag name="KSO_WM_UNIT_TEXT_FORE_SCHEMECOLOR_INDEX_2_BRIGHTNESS" val="0"/>
  <p:tag name="KSO_WM_UNIT_TEXT_FORE_SCHEMECOLOR_INDEX_2" val="14"/>
  <p:tag name="KSO_WM_UNIT_TEXT_FORE_SCHEMECOLOR_INDEX_2_POS" val="0.51"/>
  <p:tag name="KSO_WM_UNIT_TEXT_FORE_SCHEMECOLOR_INDEX_2_TRANS" val="0"/>
  <p:tag name="KSO_WM_DIAGRAM_VIRTUALLY_FRAME" val="{&quot;height&quot;:345.7,&quot;left&quot;:29.75,&quot;top&quot;:134.4,&quot;width&quot;:900.45}"/>
</p:tagLst>
</file>

<file path=ppt/tags/tag157.xml><?xml version="1.0" encoding="utf-8"?>
<p:tagLst xmlns:p="http://schemas.openxmlformats.org/presentationml/2006/main">
  <p:tag name="KSO_WM_DIAGRAM_VIRTUALLY_FRAME" val="{&quot;height&quot;:345.7,&quot;left&quot;:29.75,&quot;top&quot;:134.4,&quot;width&quot;:900.45}"/>
</p:tagLst>
</file>

<file path=ppt/tags/tag158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DIAGRAM_VIRTUALLY_FRAME" val="{&quot;height&quot;:345.7,&quot;left&quot;:29.75,&quot;top&quot;:134.4,&quot;width&quot;:900.45}"/>
</p:tagLst>
</file>

<file path=ppt/tags/tag159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DIAGRAM_VIRTUALLY_FRAME" val="{&quot;height&quot;:345.7,&quot;left&quot;:29.75,&quot;top&quot;:134.4,&quot;width&quot;:900.45}"/>
</p:tagLst>
</file>

<file path=ppt/tags/tag160.xml><?xml version="1.0" encoding="utf-8"?>
<p:tagLst xmlns:p="http://schemas.openxmlformats.org/presentationml/2006/main">
  <p:tag name="KSO_WM_DIAGRAM_VIRTUALLY_FRAME" val="{&quot;height&quot;:345.7,&quot;left&quot;:29.75,&quot;top&quot;:134.4,&quot;width&quot;:900.45}"/>
</p:tagLst>
</file>

<file path=ppt/tags/tag161.xml><?xml version="1.0" encoding="utf-8"?>
<p:tagLst xmlns:p="http://schemas.openxmlformats.org/presentationml/2006/main">
  <p:tag name="KSO_WM_UNIT_TEXT_FORE_SCHEMECOLOR_INDEX_1_BRIGHTNESS" val="0"/>
  <p:tag name="KSO_WM_UNIT_TEXT_FORE_SCHEMECOLOR_INDEX_1" val="14"/>
  <p:tag name="KSO_WM_UNIT_TEXT_FORE_SCHEMECOLOR_INDEX_1_POS" val="0"/>
  <p:tag name="KSO_WM_UNIT_TEXT_FORE_SCHEMECOLOR_INDEX_1_TRANS" val="0"/>
  <p:tag name="KSO_WM_UNIT_TEXT_FORE_SCHEMECOLOR_INDEX_2_BRIGHTNESS" val="0"/>
  <p:tag name="KSO_WM_UNIT_TEXT_FORE_SCHEMECOLOR_INDEX_2" val="14"/>
  <p:tag name="KSO_WM_UNIT_TEXT_FORE_SCHEMECOLOR_INDEX_2_POS" val="0.51"/>
  <p:tag name="KSO_WM_UNIT_TEXT_FORE_SCHEMECOLOR_INDEX_2_TRANS" val="0"/>
  <p:tag name="KSO_WM_DIAGRAM_VIRTUALLY_FRAME" val="{&quot;height&quot;:345.7,&quot;left&quot;:29.75,&quot;top&quot;:134.4,&quot;width&quot;:900.45}"/>
</p:tagLst>
</file>

<file path=ppt/tags/tag162.xml><?xml version="1.0" encoding="utf-8"?>
<p:tagLst xmlns:p="http://schemas.openxmlformats.org/presentationml/2006/main">
  <p:tag name="KSO_WM_DIAGRAM_VIRTUALLY_FRAME" val="{&quot;height&quot;:345.7,&quot;left&quot;:29.75,&quot;top&quot;:134.4,&quot;width&quot;:900.45}"/>
</p:tagLst>
</file>

<file path=ppt/tags/tag163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DIAGRAM_VIRTUALLY_FRAME" val="{&quot;height&quot;:345.7,&quot;left&quot;:29.75,&quot;top&quot;:134.4,&quot;width&quot;:900.45}"/>
</p:tagLst>
</file>

<file path=ppt/tags/tag164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DIAGRAM_VIRTUALLY_FRAME" val="{&quot;height&quot;:345.7,&quot;left&quot;:29.75,&quot;top&quot;:134.4,&quot;width&quot;:900.45}"/>
</p:tagLst>
</file>

<file path=ppt/tags/tag165.xml><?xml version="1.0" encoding="utf-8"?>
<p:tagLst xmlns:p="http://schemas.openxmlformats.org/presentationml/2006/main">
  <p:tag name="KSO_WM_DIAGRAM_VIRTUALLY_FRAME" val="{&quot;height&quot;:345.7,&quot;left&quot;:29.75,&quot;top&quot;:134.4,&quot;width&quot;:900.45}"/>
</p:tagLst>
</file>

<file path=ppt/tags/tag166.xml><?xml version="1.0" encoding="utf-8"?>
<p:tagLst xmlns:p="http://schemas.openxmlformats.org/presentationml/2006/main">
  <p:tag name="KSO_WM_UNIT_TEXT_FORE_SCHEMECOLOR_INDEX_1_BRIGHTNESS" val="0"/>
  <p:tag name="KSO_WM_UNIT_TEXT_FORE_SCHEMECOLOR_INDEX_1" val="14"/>
  <p:tag name="KSO_WM_UNIT_TEXT_FORE_SCHEMECOLOR_INDEX_1_POS" val="0"/>
  <p:tag name="KSO_WM_UNIT_TEXT_FORE_SCHEMECOLOR_INDEX_1_TRANS" val="0"/>
  <p:tag name="KSO_WM_UNIT_TEXT_FORE_SCHEMECOLOR_INDEX_2_BRIGHTNESS" val="0"/>
  <p:tag name="KSO_WM_UNIT_TEXT_FORE_SCHEMECOLOR_INDEX_2" val="14"/>
  <p:tag name="KSO_WM_UNIT_TEXT_FORE_SCHEMECOLOR_INDEX_2_POS" val="0.51"/>
  <p:tag name="KSO_WM_UNIT_TEXT_FORE_SCHEMECOLOR_INDEX_2_TRANS" val="0"/>
  <p:tag name="KSO_WM_DIAGRAM_VIRTUALLY_FRAME" val="{&quot;height&quot;:345.7,&quot;left&quot;:29.75,&quot;top&quot;:134.4,&quot;width&quot;:900.45}"/>
</p:tagLst>
</file>

<file path=ppt/tags/tag167.xml><?xml version="1.0" encoding="utf-8"?>
<p:tagLst xmlns:p="http://schemas.openxmlformats.org/presentationml/2006/main">
  <p:tag name="KSO_WM_UNIT_TEXT_FORE_SCHEMECOLOR_INDEX_1_BRIGHTNESS" val="0"/>
  <p:tag name="KSO_WM_UNIT_TEXT_FORE_SCHEMECOLOR_INDEX_1" val="14"/>
  <p:tag name="KSO_WM_UNIT_TEXT_FORE_SCHEMECOLOR_INDEX_1_POS" val="0"/>
  <p:tag name="KSO_WM_UNIT_TEXT_FORE_SCHEMECOLOR_INDEX_1_TRANS" val="0"/>
  <p:tag name="KSO_WM_UNIT_TEXT_FORE_SCHEMECOLOR_INDEX_2_BRIGHTNESS" val="0"/>
  <p:tag name="KSO_WM_UNIT_TEXT_FORE_SCHEMECOLOR_INDEX_2" val="14"/>
  <p:tag name="KSO_WM_UNIT_TEXT_FORE_SCHEMECOLOR_INDEX_2_POS" val="0.51"/>
  <p:tag name="KSO_WM_UNIT_TEXT_FORE_SCHEMECOLOR_INDEX_2_TRANS" val="0"/>
  <p:tag name="KSO_WM_DIAGRAM_VIRTUALLY_FRAME" val="{&quot;height&quot;:345.7,&quot;left&quot;:29.75,&quot;top&quot;:134.4,&quot;width&quot;:900.45}"/>
</p:tagLst>
</file>

<file path=ppt/tags/tag168.xml><?xml version="1.0" encoding="utf-8"?>
<p:tagLst xmlns:p="http://schemas.openxmlformats.org/presentationml/2006/main">
  <p:tag name="KSO_WM_DIAGRAM_VIRTUALLY_FRAME" val="{&quot;height&quot;:345.7,&quot;left&quot;:29.75,&quot;top&quot;:134.4,&quot;width&quot;:900.45}"/>
</p:tagLst>
</file>

<file path=ppt/tags/tag169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DIAGRAM_VIRTUALLY_FRAME" val="{&quot;height&quot;:345.7,&quot;left&quot;:29.75,&quot;top&quot;:134.4,&quot;width&quot;:900.45}"/>
</p:tagLst>
</file>

<file path=ppt/tags/tag170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DIAGRAM_VIRTUALLY_FRAME" val="{&quot;height&quot;:345.7,&quot;left&quot;:29.75,&quot;top&quot;:134.4,&quot;width&quot;:900.45}"/>
</p:tagLst>
</file>

<file path=ppt/tags/tag171.xml><?xml version="1.0" encoding="utf-8"?>
<p:tagLst xmlns:p="http://schemas.openxmlformats.org/presentationml/2006/main">
  <p:tag name="KSO_WM_DIAGRAM_VIRTUALLY_FRAME" val="{&quot;height&quot;:345.7,&quot;left&quot;:29.75,&quot;top&quot;:134.4,&quot;width&quot;:900.45}"/>
</p:tagLst>
</file>

<file path=ppt/tags/tag172.xml><?xml version="1.0" encoding="utf-8"?>
<p:tagLst xmlns:p="http://schemas.openxmlformats.org/presentationml/2006/main">
  <p:tag name="KSO_WM_DIAGRAM_VIRTUALLY_FRAME" val="{&quot;height&quot;:345.7,&quot;left&quot;:29.75,&quot;top&quot;:134.4,&quot;width&quot;:900.45}"/>
</p:tagLst>
</file>

<file path=ppt/tags/tag173.xml><?xml version="1.0" encoding="utf-8"?>
<p:tagLst xmlns:p="http://schemas.openxmlformats.org/presentationml/2006/main">
  <p:tag name="KSO_WM_DIAGRAM_VIRTUALLY_FRAME" val="{&quot;height&quot;:345.7,&quot;left&quot;:29.75,&quot;top&quot;:134.4,&quot;width&quot;:900.45}"/>
</p:tagLst>
</file>

<file path=ppt/tags/tag174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DIAGRAM_VIRTUALLY_FRAME" val="{&quot;height&quot;:345.7,&quot;left&quot;:29.75,&quot;top&quot;:134.4,&quot;width&quot;:900.45}"/>
</p:tagLst>
</file>

<file path=ppt/tags/tag175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DIAGRAM_VIRTUALLY_FRAME" val="{&quot;height&quot;:345.7,&quot;left&quot;:29.75,&quot;top&quot;:134.4,&quot;width&quot;:900.45}"/>
</p:tagLst>
</file>

<file path=ppt/tags/tag17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77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78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LINE_FORE_SCHEMECOLOR_INDEX_1_BRIGHTNESS" val="0"/>
  <p:tag name="KSO_WM_UNIT_LINE_FORE_SCHEMECOLOR_INDEX_1" val="8"/>
  <p:tag name="KSO_WM_UNIT_LINE_FORE_SCHEMECOLOR_INDEX_1_POS" val="0.02"/>
  <p:tag name="KSO_WM_UNIT_LINE_FORE_SCHEMECOLOR_INDEX_1_TRANS" val="1"/>
  <p:tag name="KSO_WM_UNIT_LINE_FORE_SCHEMECOLOR_INDEX_2_BRIGHTNESS" val="0"/>
  <p:tag name="KSO_WM_UNIT_LINE_FORE_SCHEMECOLOR_INDEX_2" val="8"/>
  <p:tag name="KSO_WM_UNIT_LINE_FORE_SCHEMECOLOR_INDEX_2_POS" val="0.5"/>
  <p:tag name="KSO_WM_UNIT_LINE_FORE_SCHEMECOLOR_INDEX_2_TRANS" val="0"/>
  <p:tag name="KSO_WM_UNIT_LINE_FORE_SCHEMECOLOR_INDEX_3_BRIGHTNESS" val="0"/>
  <p:tag name="KSO_WM_UNIT_LINE_FORE_SCHEMECOLOR_INDEX_3" val="8"/>
  <p:tag name="KSO_WM_UNIT_LINE_FORE_SCHEMECOLOR_INDEX_3_POS" val="1"/>
  <p:tag name="KSO_WM_UNIT_LINE_FORE_SCHEMECOLOR_INDEX_3_TRANS" val="1"/>
  <p:tag name="KSO_WM_UNIT_LINE_GRADIENT_TYPE" val="0"/>
  <p:tag name="KSO_WM_UNIT_LINE_GRADIENT_ANGLE" val="0"/>
  <p:tag name="KSO_WM_UNIT_LINE_GRADIENT_Direction" val="3"/>
  <p:tag name="KSO_WM_UNIT_LINE_FILL_TYPE" val="5"/>
</p:tagLst>
</file>

<file path=ppt/tags/tag179.xml><?xml version="1.0" encoding="utf-8"?>
<p:tagLst xmlns:p="http://schemas.openxmlformats.org/presentationml/2006/main">
  <p:tag name="KSO_WM_UNIT_TEXT_FORE_SCHEMECOLOR_INDEX_1_BRIGHTNESS" val="0"/>
  <p:tag name="KSO_WM_UNIT_TEXT_FORE_SCHEMECOLOR_INDEX_1" val="14"/>
  <p:tag name="KSO_WM_UNIT_TEXT_FORE_SCHEMECOLOR_INDEX_1_POS" val="0"/>
  <p:tag name="KSO_WM_UNIT_TEXT_FORE_SCHEMECOLOR_INDEX_1_TRANS" val="0"/>
  <p:tag name="KSO_WM_UNIT_TEXT_FORE_SCHEMECOLOR_INDEX_2_BRIGHTNESS" val="0"/>
  <p:tag name="KSO_WM_UNIT_TEXT_FORE_SCHEMECOLOR_INDEX_2" val="14"/>
  <p:tag name="KSO_WM_UNIT_TEXT_FORE_SCHEMECOLOR_INDEX_2_POS" val="0.51"/>
  <p:tag name="KSO_WM_UNIT_TEXT_FORE_SCHEMECOLOR_INDEX_2_TRANS" val="0"/>
</p:tagLst>
</file>

<file path=ppt/tags/tag180.xml><?xml version="1.0" encoding="utf-8"?>
<p:tagLst xmlns:p="http://schemas.openxmlformats.org/presentationml/2006/main">
  <p:tag name="KSO_WM_UNIT_TEXT_FILL_FORE_SCHEMECOLOR_INDEX_BRIGHTNESS" val="0"/>
  <p:tag name="KSO_WM_UNIT_TEXT_FILL_FORE_SCHEMECOLOR_INDEX" val="16"/>
  <p:tag name="KSO_WM_UNIT_TEXT_FILL_TYPE" val="1"/>
</p:tagLst>
</file>

<file path=ppt/tags/tag18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82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DIAGRAM_VIRTUALLY_FRAME" val="{&quot;height&quot;:341.85,&quot;left&quot;:42.4,&quot;top&quot;:122.2,&quot;width&quot;:425.3}"/>
</p:tagLst>
</file>

<file path=ppt/tags/tag183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TEXT_FORE_SCHEMECOLOR_INDEX_1_BRIGHTNESS" val="0"/>
  <p:tag name="KSO_WM_UNIT_TEXT_FORE_SCHEMECOLOR_INDEX_1" val="14"/>
  <p:tag name="KSO_WM_UNIT_TEXT_FORE_SCHEMECOLOR_INDEX_1_POS" val="0"/>
  <p:tag name="KSO_WM_UNIT_TEXT_FORE_SCHEMECOLOR_INDEX_1_TRANS" val="0"/>
  <p:tag name="KSO_WM_UNIT_TEXT_FORE_SCHEMECOLOR_INDEX_2_BRIGHTNESS" val="0"/>
  <p:tag name="KSO_WM_UNIT_TEXT_FORE_SCHEMECOLOR_INDEX_2" val="14"/>
  <p:tag name="KSO_WM_UNIT_TEXT_FORE_SCHEMECOLOR_INDEX_2_POS" val="0.51"/>
  <p:tag name="KSO_WM_UNIT_TEXT_FORE_SCHEMECOLOR_INDEX_2_TRANS" val="0"/>
  <p:tag name="KSO_WM_UNIT_TEXT_LINE_GRADIENT_TYPE" val="0"/>
  <p:tag name="KSO_WM_UNIT_TEXT_LINE_GRADIENT_ANGLE" val="90"/>
  <p:tag name="KSO_WM_UNIT_TEXT_LINE_GRADIENT_Direction" val="1"/>
  <p:tag name="KSO_WM_UNIT_TEXT_LINE_FILL_TYPE" val="5"/>
</p:tagLst>
</file>

<file path=ppt/tags/tag184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LINE_FORE_SCHEMECOLOR_INDEX_1_BRIGHTNESS" val="0"/>
  <p:tag name="KSO_WM_UNIT_LINE_FORE_SCHEMECOLOR_INDEX_1" val="8"/>
  <p:tag name="KSO_WM_UNIT_LINE_FORE_SCHEMECOLOR_INDEX_1_POS" val="0.02"/>
  <p:tag name="KSO_WM_UNIT_LINE_FORE_SCHEMECOLOR_INDEX_1_TRANS" val="1"/>
  <p:tag name="KSO_WM_UNIT_LINE_FORE_SCHEMECOLOR_INDEX_2_BRIGHTNESS" val="0"/>
  <p:tag name="KSO_WM_UNIT_LINE_FORE_SCHEMECOLOR_INDEX_2" val="8"/>
  <p:tag name="KSO_WM_UNIT_LINE_FORE_SCHEMECOLOR_INDEX_2_POS" val="0.5"/>
  <p:tag name="KSO_WM_UNIT_LINE_FORE_SCHEMECOLOR_INDEX_2_TRANS" val="0"/>
  <p:tag name="KSO_WM_UNIT_LINE_FORE_SCHEMECOLOR_INDEX_3_BRIGHTNESS" val="0"/>
  <p:tag name="KSO_WM_UNIT_LINE_FORE_SCHEMECOLOR_INDEX_3" val="8"/>
  <p:tag name="KSO_WM_UNIT_LINE_FORE_SCHEMECOLOR_INDEX_3_POS" val="1"/>
  <p:tag name="KSO_WM_UNIT_LINE_FORE_SCHEMECOLOR_INDEX_3_TRANS" val="1"/>
  <p:tag name="KSO_WM_UNIT_LINE_GRADIENT_TYPE" val="0"/>
  <p:tag name="KSO_WM_UNIT_LINE_GRADIENT_ANGLE" val="0"/>
  <p:tag name="KSO_WM_UNIT_LINE_GRADIENT_Direction" val="3"/>
  <p:tag name="KSO_WM_UNIT_LINE_FILL_TYPE" val="5"/>
</p:tagLst>
</file>

<file path=ppt/tags/tag185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DIAGRAM_VIRTUALLY_FRAME" val="{&quot;height&quot;:327.2,&quot;left&quot;:51.4,&quot;top&quot;:128.3,&quot;width&quot;:291.45}"/>
</p:tagLst>
</file>

<file path=ppt/tags/tag186.xml><?xml version="1.0" encoding="utf-8"?>
<p:tagLst xmlns:p="http://schemas.openxmlformats.org/presentationml/2006/main">
  <p:tag name="KSO_WM_DIAGRAM_VIRTUALLY_FRAME" val="{&quot;height&quot;:327.2,&quot;left&quot;:51.4,&quot;top&quot;:128.3,&quot;width&quot;:291.45}"/>
</p:tagLst>
</file>

<file path=ppt/tags/tag187.xml><?xml version="1.0" encoding="utf-8"?>
<p:tagLst xmlns:p="http://schemas.openxmlformats.org/presentationml/2006/main">
  <p:tag name="KSO_WM_DIAGRAM_VIRTUALLY_FRAME" val="{&quot;height&quot;:327.2,&quot;left&quot;:51.4,&quot;top&quot;:128.3,&quot;width&quot;:291.45}"/>
</p:tagLst>
</file>

<file path=ppt/tags/tag188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DIAGRAM_VIRTUALLY_FRAME" val="{&quot;height&quot;:327.2,&quot;left&quot;:51.4,&quot;top&quot;:128.3,&quot;width&quot;:345.45}"/>
</p:tagLst>
</file>

<file path=ppt/tags/tag189.xml><?xml version="1.0" encoding="utf-8"?>
<p:tagLst xmlns:p="http://schemas.openxmlformats.org/presentationml/2006/main">
  <p:tag name="KSO_WM_DIAGRAM_VIRTUALLY_FRAME" val="{&quot;height&quot;:327.2,&quot;left&quot;:51.4,&quot;top&quot;:128.3,&quot;width&quot;:345.45}"/>
</p:tagLst>
</file>

<file path=ppt/tags/tag190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DIAGRAM_VIRTUALLY_FRAME" val="{&quot;height&quot;:327.2,&quot;left&quot;:51.4,&quot;top&quot;:128.3,&quot;width&quot;:345.45}"/>
</p:tagLst>
</file>

<file path=ppt/tags/tag191.xml><?xml version="1.0" encoding="utf-8"?>
<p:tagLst xmlns:p="http://schemas.openxmlformats.org/presentationml/2006/main">
  <p:tag name="KSO_WM_DIAGRAM_VIRTUALLY_FRAME" val="{&quot;height&quot;:327.2,&quot;left&quot;:51.4,&quot;top&quot;:128.3,&quot;width&quot;:345.45}"/>
</p:tagLst>
</file>

<file path=ppt/tags/tag192.xml><?xml version="1.0" encoding="utf-8"?>
<p:tagLst xmlns:p="http://schemas.openxmlformats.org/presentationml/2006/main">
  <p:tag name="KSO_WM_DIAGRAM_VIRTUALLY_FRAME" val="{&quot;height&quot;:327.2,&quot;left&quot;:51.4,&quot;top&quot;:128.3,&quot;width&quot;:345.45}"/>
</p:tagLst>
</file>

<file path=ppt/tags/tag193.xml><?xml version="1.0" encoding="utf-8"?>
<p:tagLst xmlns:p="http://schemas.openxmlformats.org/presentationml/2006/main">
  <p:tag name="KSO_WM_DIAGRAM_VIRTUALLY_FRAME" val="{&quot;height&quot;:327.2,&quot;left&quot;:51.4,&quot;top&quot;:128.3,&quot;width&quot;:345.45}"/>
</p:tagLst>
</file>

<file path=ppt/tags/tag194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LINE_FORE_SCHEMECOLOR_INDEX_1_BRIGHTNESS" val="0"/>
  <p:tag name="KSO_WM_UNIT_LINE_FORE_SCHEMECOLOR_INDEX_1" val="8"/>
  <p:tag name="KSO_WM_UNIT_LINE_FORE_SCHEMECOLOR_INDEX_1_POS" val="0.02"/>
  <p:tag name="KSO_WM_UNIT_LINE_FORE_SCHEMECOLOR_INDEX_1_TRANS" val="1"/>
  <p:tag name="KSO_WM_UNIT_LINE_FORE_SCHEMECOLOR_INDEX_2_BRIGHTNESS" val="0"/>
  <p:tag name="KSO_WM_UNIT_LINE_FORE_SCHEMECOLOR_INDEX_2" val="8"/>
  <p:tag name="KSO_WM_UNIT_LINE_FORE_SCHEMECOLOR_INDEX_2_POS" val="0.5"/>
  <p:tag name="KSO_WM_UNIT_LINE_FORE_SCHEMECOLOR_INDEX_2_TRANS" val="0"/>
  <p:tag name="KSO_WM_UNIT_LINE_FORE_SCHEMECOLOR_INDEX_3_BRIGHTNESS" val="0"/>
  <p:tag name="KSO_WM_UNIT_LINE_FORE_SCHEMECOLOR_INDEX_3" val="8"/>
  <p:tag name="KSO_WM_UNIT_LINE_FORE_SCHEMECOLOR_INDEX_3_POS" val="1"/>
  <p:tag name="KSO_WM_UNIT_LINE_FORE_SCHEMECOLOR_INDEX_3_TRANS" val="1"/>
  <p:tag name="KSO_WM_UNIT_LINE_GRADIENT_TYPE" val="0"/>
  <p:tag name="KSO_WM_UNIT_LINE_GRADIENT_ANGLE" val="0"/>
  <p:tag name="KSO_WM_UNIT_LINE_GRADIENT_Direction" val="3"/>
  <p:tag name="KSO_WM_UNIT_LINE_FILL_TYPE" val="5"/>
</p:tagLst>
</file>

<file path=ppt/tags/tag19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96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197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LINE_FORE_SCHEMECOLOR_INDEX_1_BRIGHTNESS" val="0"/>
  <p:tag name="KSO_WM_UNIT_LINE_FORE_SCHEMECOLOR_INDEX_1" val="8"/>
  <p:tag name="KSO_WM_UNIT_LINE_FORE_SCHEMECOLOR_INDEX_1_POS" val="0.02"/>
  <p:tag name="KSO_WM_UNIT_LINE_FORE_SCHEMECOLOR_INDEX_1_TRANS" val="1"/>
  <p:tag name="KSO_WM_UNIT_LINE_FORE_SCHEMECOLOR_INDEX_2_BRIGHTNESS" val="0"/>
  <p:tag name="KSO_WM_UNIT_LINE_FORE_SCHEMECOLOR_INDEX_2" val="8"/>
  <p:tag name="KSO_WM_UNIT_LINE_FORE_SCHEMECOLOR_INDEX_2_POS" val="0.5"/>
  <p:tag name="KSO_WM_UNIT_LINE_FORE_SCHEMECOLOR_INDEX_2_TRANS" val="0"/>
  <p:tag name="KSO_WM_UNIT_LINE_FORE_SCHEMECOLOR_INDEX_3_BRIGHTNESS" val="0"/>
  <p:tag name="KSO_WM_UNIT_LINE_FORE_SCHEMECOLOR_INDEX_3" val="8"/>
  <p:tag name="KSO_WM_UNIT_LINE_FORE_SCHEMECOLOR_INDEX_3_POS" val="1"/>
  <p:tag name="KSO_WM_UNIT_LINE_FORE_SCHEMECOLOR_INDEX_3_TRANS" val="1"/>
  <p:tag name="KSO_WM_UNIT_LINE_GRADIENT_TYPE" val="0"/>
  <p:tag name="KSO_WM_UNIT_LINE_GRADIENT_ANGLE" val="0"/>
  <p:tag name="KSO_WM_UNIT_LINE_GRADIENT_Direction" val="3"/>
  <p:tag name="KSO_WM_UNIT_LINE_FILL_TYPE" val="5"/>
</p:tagLst>
</file>

<file path=ppt/tags/tag198.xml><?xml version="1.0" encoding="utf-8"?>
<p:tagLst xmlns:p="http://schemas.openxmlformats.org/presentationml/2006/main">
  <p:tag name="KSO_WM_UNIT_TEXT_FORE_SCHEMECOLOR_INDEX_1_BRIGHTNESS" val="0"/>
  <p:tag name="KSO_WM_UNIT_TEXT_FORE_SCHEMECOLOR_INDEX_1" val="14"/>
  <p:tag name="KSO_WM_UNIT_TEXT_FORE_SCHEMECOLOR_INDEX_1_POS" val="0"/>
  <p:tag name="KSO_WM_UNIT_TEXT_FORE_SCHEMECOLOR_INDEX_1_TRANS" val="0"/>
  <p:tag name="KSO_WM_UNIT_TEXT_FORE_SCHEMECOLOR_INDEX_2_BRIGHTNESS" val="0"/>
  <p:tag name="KSO_WM_UNIT_TEXT_FORE_SCHEMECOLOR_INDEX_2" val="14"/>
  <p:tag name="KSO_WM_UNIT_TEXT_FORE_SCHEMECOLOR_INDEX_2_POS" val="0.51"/>
  <p:tag name="KSO_WM_UNIT_TEXT_FORE_SCHEMECOLOR_INDEX_2_TRANS" val="0"/>
</p:tagLst>
</file>

<file path=ppt/tags/tag19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00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LINE_FORE_SCHEMECOLOR_INDEX_1_BRIGHTNESS" val="0"/>
  <p:tag name="KSO_WM_UNIT_LINE_FORE_SCHEMECOLOR_INDEX_1" val="8"/>
  <p:tag name="KSO_WM_UNIT_LINE_FORE_SCHEMECOLOR_INDEX_1_POS" val="0.02"/>
  <p:tag name="KSO_WM_UNIT_LINE_FORE_SCHEMECOLOR_INDEX_1_TRANS" val="1"/>
  <p:tag name="KSO_WM_UNIT_LINE_FORE_SCHEMECOLOR_INDEX_2_BRIGHTNESS" val="0"/>
  <p:tag name="KSO_WM_UNIT_LINE_FORE_SCHEMECOLOR_INDEX_2" val="8"/>
  <p:tag name="KSO_WM_UNIT_LINE_FORE_SCHEMECOLOR_INDEX_2_POS" val="0.5"/>
  <p:tag name="KSO_WM_UNIT_LINE_FORE_SCHEMECOLOR_INDEX_2_TRANS" val="0"/>
  <p:tag name="KSO_WM_UNIT_LINE_FORE_SCHEMECOLOR_INDEX_3_BRIGHTNESS" val="0"/>
  <p:tag name="KSO_WM_UNIT_LINE_FORE_SCHEMECOLOR_INDEX_3" val="8"/>
  <p:tag name="KSO_WM_UNIT_LINE_FORE_SCHEMECOLOR_INDEX_3_POS" val="1"/>
  <p:tag name="KSO_WM_UNIT_LINE_FORE_SCHEMECOLOR_INDEX_3_TRANS" val="1"/>
  <p:tag name="KSO_WM_UNIT_LINE_GRADIENT_TYPE" val="0"/>
  <p:tag name="KSO_WM_UNIT_LINE_GRADIENT_ANGLE" val="0"/>
  <p:tag name="KSO_WM_UNIT_LINE_GRADIENT_Direction" val="3"/>
  <p:tag name="KSO_WM_UNIT_LINE_FILL_TYPE" val="5"/>
</p:tagLst>
</file>

<file path=ppt/tags/tag201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TEXT_FORE_SCHEMECOLOR_INDEX_1_BRIGHTNESS" val="0"/>
  <p:tag name="KSO_WM_UNIT_TEXT_FORE_SCHEMECOLOR_INDEX_1" val="14"/>
  <p:tag name="KSO_WM_UNIT_TEXT_FORE_SCHEMECOLOR_INDEX_1_POS" val="0"/>
  <p:tag name="KSO_WM_UNIT_TEXT_FORE_SCHEMECOLOR_INDEX_1_TRANS" val="0"/>
  <p:tag name="KSO_WM_UNIT_TEXT_FORE_SCHEMECOLOR_INDEX_2_BRIGHTNESS" val="0"/>
  <p:tag name="KSO_WM_UNIT_TEXT_FORE_SCHEMECOLOR_INDEX_2" val="14"/>
  <p:tag name="KSO_WM_UNIT_TEXT_FORE_SCHEMECOLOR_INDEX_2_POS" val="0.51"/>
  <p:tag name="KSO_WM_UNIT_TEXT_FORE_SCHEMECOLOR_INDEX_2_TRANS" val="0"/>
  <p:tag name="KSO_WM_UNIT_TEXT_LINE_GRADIENT_TYPE" val="0"/>
  <p:tag name="KSO_WM_UNIT_TEXT_LINE_GRADIENT_ANGLE" val="90"/>
  <p:tag name="KSO_WM_UNIT_TEXT_LINE_GRADIENT_Direction" val="1"/>
  <p:tag name="KSO_WM_UNIT_TEXT_LINE_FILL_TYPE" val="5"/>
</p:tagLst>
</file>

<file path=ppt/tags/tag202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LINE_FORE_SCHEMECOLOR_INDEX_1_BRIGHTNESS" val="0"/>
  <p:tag name="KSO_WM_UNIT_LINE_FORE_SCHEMECOLOR_INDEX_1" val="8"/>
  <p:tag name="KSO_WM_UNIT_LINE_FORE_SCHEMECOLOR_INDEX_1_POS" val="0.02"/>
  <p:tag name="KSO_WM_UNIT_LINE_FORE_SCHEMECOLOR_INDEX_1_TRANS" val="1"/>
  <p:tag name="KSO_WM_UNIT_LINE_FORE_SCHEMECOLOR_INDEX_2_BRIGHTNESS" val="0"/>
  <p:tag name="KSO_WM_UNIT_LINE_FORE_SCHEMECOLOR_INDEX_2" val="8"/>
  <p:tag name="KSO_WM_UNIT_LINE_FORE_SCHEMECOLOR_INDEX_2_POS" val="0.5"/>
  <p:tag name="KSO_WM_UNIT_LINE_FORE_SCHEMECOLOR_INDEX_2_TRANS" val="0"/>
  <p:tag name="KSO_WM_UNIT_LINE_FORE_SCHEMECOLOR_INDEX_3_BRIGHTNESS" val="0"/>
  <p:tag name="KSO_WM_UNIT_LINE_FORE_SCHEMECOLOR_INDEX_3" val="8"/>
  <p:tag name="KSO_WM_UNIT_LINE_FORE_SCHEMECOLOR_INDEX_3_POS" val="1"/>
  <p:tag name="KSO_WM_UNIT_LINE_FORE_SCHEMECOLOR_INDEX_3_TRANS" val="1"/>
  <p:tag name="KSO_WM_UNIT_LINE_GRADIENT_TYPE" val="0"/>
  <p:tag name="KSO_WM_UNIT_LINE_GRADIENT_ANGLE" val="0"/>
  <p:tag name="KSO_WM_UNIT_LINE_GRADIENT_Direction" val="3"/>
  <p:tag name="KSO_WM_UNIT_LINE_FILL_TYPE" val="5"/>
</p:tagLst>
</file>

<file path=ppt/tags/tag203.xml><?xml version="1.0" encoding="utf-8"?>
<p:tagLst xmlns:p="http://schemas.openxmlformats.org/presentationml/2006/main">
  <p:tag name="KSO_WM_DIAGRAM_VIRTUALLY_FRAME" val="{&quot;height&quot;:327.2,&quot;left&quot;:51.4,&quot;top&quot;:128.3,&quot;width&quot;:291.45}"/>
</p:tagLst>
</file>

<file path=ppt/tags/tag204.xml><?xml version="1.0" encoding="utf-8"?>
<p:tagLst xmlns:p="http://schemas.openxmlformats.org/presentationml/2006/main">
  <p:tag name="KSO_WM_DIAGRAM_VIRTUALLY_FRAME" val="{&quot;height&quot;:327.2,&quot;left&quot;:51.4,&quot;top&quot;:128.3,&quot;width&quot;:345.45}"/>
</p:tagLst>
</file>

<file path=ppt/tags/tag205.xml><?xml version="1.0" encoding="utf-8"?>
<p:tagLst xmlns:p="http://schemas.openxmlformats.org/presentationml/2006/main">
  <p:tag name="KSO_WM_DIAGRAM_VIRTUALLY_FRAME" val="{&quot;height&quot;:327.2,&quot;left&quot;:51.4,&quot;top&quot;:128.3,&quot;width&quot;:345.45}"/>
</p:tagLst>
</file>

<file path=ppt/tags/tag206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207.xml><?xml version="1.0" encoding="utf-8"?>
<p:tagLst xmlns:p="http://schemas.openxmlformats.org/presentationml/2006/main">
  <p:tag name="KSO_WM_DIAGRAM_VIRTUALLY_FRAME" val="{&quot;height&quot;:327.2,&quot;left&quot;:51.4,&quot;top&quot;:128.3,&quot;width&quot;:291.45}"/>
</p:tagLst>
</file>

<file path=ppt/tags/tag208.xml><?xml version="1.0" encoding="utf-8"?>
<p:tagLst xmlns:p="http://schemas.openxmlformats.org/presentationml/2006/main">
  <p:tag name="KSO_WM_DIAGRAM_VIRTUALLY_FRAME" val="{&quot;height&quot;:327.2,&quot;left&quot;:51.4,&quot;top&quot;:128.3,&quot;width&quot;:291.45}"/>
</p:tagLst>
</file>

<file path=ppt/tags/tag209.xml><?xml version="1.0" encoding="utf-8"?>
<p:tagLst xmlns:p="http://schemas.openxmlformats.org/presentationml/2006/main">
  <p:tag name="KSO_WM_DIAGRAM_VIRTUALLY_FRAME" val="{&quot;height&quot;:327.2,&quot;left&quot;:51.4,&quot;top&quot;:128.3,&quot;width&quot;:291.45}"/>
</p:tagLst>
</file>

<file path=ppt/tags/tag210.xml><?xml version="1.0" encoding="utf-8"?>
<p:tagLst xmlns:p="http://schemas.openxmlformats.org/presentationml/2006/main">
  <p:tag name="KSO_WM_DIAGRAM_VIRTUALLY_FRAME" val="{&quot;height&quot;:327.2,&quot;left&quot;:51.4,&quot;top&quot;:128.3,&quot;width&quot;:291.45}"/>
</p:tagLst>
</file>

<file path=ppt/tags/tag211.xml><?xml version="1.0" encoding="utf-8"?>
<p:tagLst xmlns:p="http://schemas.openxmlformats.org/presentationml/2006/main">
  <p:tag name="KSO_WM_DIAGRAM_VIRTUALLY_FRAME" val="{&quot;height&quot;:343.55,&quot;left&quot;:461.9,&quot;top&quot;:116.7,&quot;width&quot;:482.9}"/>
</p:tagLst>
</file>

<file path=ppt/tags/tag21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13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TEXT_FORE_SCHEMECOLOR_INDEX_1_BRIGHTNESS" val="0"/>
  <p:tag name="KSO_WM_UNIT_TEXT_FORE_SCHEMECOLOR_INDEX_1" val="14"/>
  <p:tag name="KSO_WM_UNIT_TEXT_FORE_SCHEMECOLOR_INDEX_1_POS" val="0"/>
  <p:tag name="KSO_WM_UNIT_TEXT_FORE_SCHEMECOLOR_INDEX_1_TRANS" val="0"/>
  <p:tag name="KSO_WM_UNIT_TEXT_FORE_SCHEMECOLOR_INDEX_2_BRIGHTNESS" val="0"/>
  <p:tag name="KSO_WM_UNIT_TEXT_FORE_SCHEMECOLOR_INDEX_2" val="14"/>
  <p:tag name="KSO_WM_UNIT_TEXT_FORE_SCHEMECOLOR_INDEX_2_POS" val="0.51"/>
  <p:tag name="KSO_WM_UNIT_TEXT_FORE_SCHEMECOLOR_INDEX_2_TRANS" val="0"/>
  <p:tag name="KSO_WM_UNIT_TEXT_LINE_GRADIENT_TYPE" val="0"/>
  <p:tag name="KSO_WM_UNIT_TEXT_LINE_GRADIENT_ANGLE" val="90"/>
  <p:tag name="KSO_WM_UNIT_TEXT_LINE_GRADIENT_Direction" val="1"/>
  <p:tag name="KSO_WM_UNIT_TEXT_LINE_FILL_TYPE" val="5"/>
</p:tagLst>
</file>

<file path=ppt/tags/tag214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215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LINE_FORE_SCHEMECOLOR_INDEX_1_BRIGHTNESS" val="0"/>
  <p:tag name="KSO_WM_UNIT_LINE_FORE_SCHEMECOLOR_INDEX_1" val="8"/>
  <p:tag name="KSO_WM_UNIT_LINE_FORE_SCHEMECOLOR_INDEX_1_POS" val="0.02"/>
  <p:tag name="KSO_WM_UNIT_LINE_FORE_SCHEMECOLOR_INDEX_1_TRANS" val="1"/>
  <p:tag name="KSO_WM_UNIT_LINE_FORE_SCHEMECOLOR_INDEX_2_BRIGHTNESS" val="0"/>
  <p:tag name="KSO_WM_UNIT_LINE_FORE_SCHEMECOLOR_INDEX_2" val="8"/>
  <p:tag name="KSO_WM_UNIT_LINE_FORE_SCHEMECOLOR_INDEX_2_POS" val="0.5"/>
  <p:tag name="KSO_WM_UNIT_LINE_FORE_SCHEMECOLOR_INDEX_2_TRANS" val="0"/>
  <p:tag name="KSO_WM_UNIT_LINE_FORE_SCHEMECOLOR_INDEX_3_BRIGHTNESS" val="0"/>
  <p:tag name="KSO_WM_UNIT_LINE_FORE_SCHEMECOLOR_INDEX_3" val="8"/>
  <p:tag name="KSO_WM_UNIT_LINE_FORE_SCHEMECOLOR_INDEX_3_POS" val="1"/>
  <p:tag name="KSO_WM_UNIT_LINE_FORE_SCHEMECOLOR_INDEX_3_TRANS" val="1"/>
  <p:tag name="KSO_WM_UNIT_LINE_GRADIENT_TYPE" val="0"/>
  <p:tag name="KSO_WM_UNIT_LINE_GRADIENT_ANGLE" val="0"/>
  <p:tag name="KSO_WM_UNIT_LINE_GRADIENT_Direction" val="3"/>
  <p:tag name="KSO_WM_UNIT_LINE_FILL_TYPE" val="5"/>
</p:tagLst>
</file>

<file path=ppt/tags/tag216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DIAGRAM_VIRTUALLY_FRAME" val="{&quot;height&quot;:327.2,&quot;left&quot;:51.4,&quot;top&quot;:128.3,&quot;width&quot;:291.45}"/>
</p:tagLst>
</file>

<file path=ppt/tags/tag217.xml><?xml version="1.0" encoding="utf-8"?>
<p:tagLst xmlns:p="http://schemas.openxmlformats.org/presentationml/2006/main">
  <p:tag name="KSO_WM_DIAGRAM_VIRTUALLY_FRAME" val="{&quot;height&quot;:327.2,&quot;left&quot;:51.4,&quot;top&quot;:128.3,&quot;width&quot;:345.45}"/>
</p:tagLst>
</file>

<file path=ppt/tags/tag218.xml><?xml version="1.0" encoding="utf-8"?>
<p:tagLst xmlns:p="http://schemas.openxmlformats.org/presentationml/2006/main">
  <p:tag name="KSO_WM_DIAGRAM_VIRTUALLY_FRAME" val="{&quot;height&quot;:327.2,&quot;left&quot;:51.4,&quot;top&quot;:128.3,&quot;width&quot;:345.45}"/>
</p:tagLst>
</file>

<file path=ppt/tags/tag219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DIAGRAM_VIRTUALLY_FRAME" val="{&quot;height&quot;:327.2,&quot;left&quot;:51.4,&quot;top&quot;:128.3,&quot;width&quot;:345.45}"/>
</p:tagLst>
</file>

<file path=ppt/tags/tag220.xml><?xml version="1.0" encoding="utf-8"?>
<p:tagLst xmlns:p="http://schemas.openxmlformats.org/presentationml/2006/main">
  <p:tag name="KSO_WM_DIAGRAM_VIRTUALLY_FRAME" val="{&quot;height&quot;:327.2,&quot;left&quot;:51.4,&quot;top&quot;:128.3,&quot;width&quot;:345.45}"/>
</p:tagLst>
</file>

<file path=ppt/tags/tag221.xml><?xml version="1.0" encoding="utf-8"?>
<p:tagLst xmlns:p="http://schemas.openxmlformats.org/presentationml/2006/main">
  <p:tag name="KSO_WM_DIAGRAM_VIRTUALLY_FRAME" val="{&quot;height&quot;:327.2,&quot;left&quot;:51.4,&quot;top&quot;:128.3,&quot;width&quot;:345.45}"/>
</p:tagLst>
</file>

<file path=ppt/tags/tag222.xml><?xml version="1.0" encoding="utf-8"?>
<p:tagLst xmlns:p="http://schemas.openxmlformats.org/presentationml/2006/main">
  <p:tag name="KSO_WM_DIAGRAM_VIRTUALLY_FRAME" val="{&quot;height&quot;:327.2,&quot;left&quot;:51.4,&quot;top&quot;:128.3,&quot;width&quot;:345.45}"/>
</p:tagLst>
</file>

<file path=ppt/tags/tag223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DIAGRAM_VIRTUALLY_FRAME" val="{&quot;height&quot;:327.2,&quot;left&quot;:30.75,&quot;top&quot;:128.3,&quot;width&quot;:872.65}"/>
</p:tagLst>
</file>

<file path=ppt/tags/tag224.xml><?xml version="1.0" encoding="utf-8"?>
<p:tagLst xmlns:p="http://schemas.openxmlformats.org/presentationml/2006/main">
  <p:tag name="KSO_WM_DIAGRAM_VIRTUALLY_FRAME" val="{&quot;height&quot;:327.2,&quot;left&quot;:30.75,&quot;top&quot;:128.3,&quot;width&quot;:872.65}"/>
</p:tagLst>
</file>

<file path=ppt/tags/tag225.xml><?xml version="1.0" encoding="utf-8"?>
<p:tagLst xmlns:p="http://schemas.openxmlformats.org/presentationml/2006/main">
  <p:tag name="KSO_WM_DIAGRAM_VIRTUALLY_FRAME" val="{&quot;height&quot;:327.2,&quot;left&quot;:30.75,&quot;top&quot;:128.3,&quot;width&quot;:872.65}"/>
</p:tagLst>
</file>

<file path=ppt/tags/tag226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DIAGRAM_VIRTUALLY_FRAME" val="{&quot;height&quot;:327.2,&quot;left&quot;:30.75,&quot;top&quot;:128.3,&quot;width&quot;:872.65}"/>
</p:tagLst>
</file>

<file path=ppt/tags/tag227.xml><?xml version="1.0" encoding="utf-8"?>
<p:tagLst xmlns:p="http://schemas.openxmlformats.org/presentationml/2006/main">
  <p:tag name="KSO_WM_DIAGRAM_VIRTUALLY_FRAME" val="{&quot;height&quot;:327.2,&quot;left&quot;:30.75,&quot;top&quot;:128.3,&quot;width&quot;:872.65}"/>
</p:tagLst>
</file>

<file path=ppt/tags/tag228.xml><?xml version="1.0" encoding="utf-8"?>
<p:tagLst xmlns:p="http://schemas.openxmlformats.org/presentationml/2006/main">
  <p:tag name="KSO_WM_DIAGRAM_VIRTUALLY_FRAME" val="{&quot;height&quot;:327.2,&quot;left&quot;:30.75,&quot;top&quot;:128.3,&quot;width&quot;:872.65}"/>
</p:tagLst>
</file>

<file path=ppt/tags/tag229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DIAGRAM_VIRTUALLY_FRAME" val="{&quot;height&quot;:327.2,&quot;left&quot;:51.4,&quot;top&quot;:128.3,&quot;width&quot;:345.45}"/>
</p:tagLst>
</file>

<file path=ppt/tags/tag230.xml><?xml version="1.0" encoding="utf-8"?>
<p:tagLst xmlns:p="http://schemas.openxmlformats.org/presentationml/2006/main">
  <p:tag name="KSO_WM_DIAGRAM_VIRTUALLY_FRAME" val="{&quot;height&quot;:327.2,&quot;left&quot;:51.4,&quot;top&quot;:128.3,&quot;width&quot;:345.45}"/>
</p:tagLst>
</file>

<file path=ppt/tags/tag231.xml><?xml version="1.0" encoding="utf-8"?>
<p:tagLst xmlns:p="http://schemas.openxmlformats.org/presentationml/2006/main">
  <p:tag name="KSO_WM_DIAGRAM_VIRTUALLY_FRAME" val="{&quot;height&quot;:327.2,&quot;left&quot;:51.4,&quot;top&quot;:128.3,&quot;width&quot;:345.45}"/>
</p:tagLst>
</file>

<file path=ppt/tags/tag232.xml><?xml version="1.0" encoding="utf-8"?>
<p:tagLst xmlns:p="http://schemas.openxmlformats.org/presentationml/2006/main">
  <p:tag name="KSO_WM_DIAGRAM_VIRTUALLY_FRAME" val="{&quot;height&quot;:327.2,&quot;left&quot;:30.75,&quot;top&quot;:128.3,&quot;width&quot;:872.65}"/>
</p:tagLst>
</file>

<file path=ppt/tags/tag233.xml><?xml version="1.0" encoding="utf-8"?>
<p:tagLst xmlns:p="http://schemas.openxmlformats.org/presentationml/2006/main">
  <p:tag name="KSO_WM_DIAGRAM_VIRTUALLY_FRAME" val="{&quot;height&quot;:327.2,&quot;left&quot;:30.75,&quot;top&quot;:128.3,&quot;width&quot;:872.65}"/>
</p:tagLst>
</file>

<file path=ppt/tags/tag234.xml><?xml version="1.0" encoding="utf-8"?>
<p:tagLst xmlns:p="http://schemas.openxmlformats.org/presentationml/2006/main">
  <p:tag name="KSO_WM_DIAGRAM_VIRTUALLY_FRAME" val="{&quot;height&quot;:327.2,&quot;left&quot;:30.75,&quot;top&quot;:128.3,&quot;width&quot;:872.65}"/>
</p:tagLst>
</file>

<file path=ppt/tags/tag235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DIAGRAM_VIRTUALLY_FRAME" val="{&quot;height&quot;:327.2,&quot;left&quot;:30.75,&quot;top&quot;:128.3,&quot;width&quot;:872.65}"/>
</p:tagLst>
</file>

<file path=ppt/tags/tag236.xml><?xml version="1.0" encoding="utf-8"?>
<p:tagLst xmlns:p="http://schemas.openxmlformats.org/presentationml/2006/main">
  <p:tag name="KSO_WM_DIAGRAM_VIRTUALLY_FRAME" val="{&quot;height&quot;:327.2,&quot;left&quot;:30.75,&quot;top&quot;:128.3,&quot;width&quot;:872.65}"/>
</p:tagLst>
</file>

<file path=ppt/tags/tag237.xml><?xml version="1.0" encoding="utf-8"?>
<p:tagLst xmlns:p="http://schemas.openxmlformats.org/presentationml/2006/main">
  <p:tag name="KSO_WM_DIAGRAM_VIRTUALLY_FRAME" val="{&quot;height&quot;:327.2,&quot;left&quot;:30.75,&quot;top&quot;:128.3,&quot;width&quot;:872.65}"/>
</p:tagLst>
</file>

<file path=ppt/tags/tag238.xml><?xml version="1.0" encoding="utf-8"?>
<p:tagLst xmlns:p="http://schemas.openxmlformats.org/presentationml/2006/main">
  <p:tag name="KSO_WM_DIAGRAM_VIRTUALLY_FRAME" val="{&quot;height&quot;:327.2,&quot;left&quot;:30.75,&quot;top&quot;:128.3,&quot;width&quot;:872.65}"/>
</p:tagLst>
</file>

<file path=ppt/tags/tag23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40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241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LINE_FORE_SCHEMECOLOR_INDEX_1_BRIGHTNESS" val="0"/>
  <p:tag name="KSO_WM_UNIT_LINE_FORE_SCHEMECOLOR_INDEX_1" val="8"/>
  <p:tag name="KSO_WM_UNIT_LINE_FORE_SCHEMECOLOR_INDEX_1_POS" val="0.02"/>
  <p:tag name="KSO_WM_UNIT_LINE_FORE_SCHEMECOLOR_INDEX_1_TRANS" val="1"/>
  <p:tag name="KSO_WM_UNIT_LINE_FORE_SCHEMECOLOR_INDEX_2_BRIGHTNESS" val="0"/>
  <p:tag name="KSO_WM_UNIT_LINE_FORE_SCHEMECOLOR_INDEX_2" val="8"/>
  <p:tag name="KSO_WM_UNIT_LINE_FORE_SCHEMECOLOR_INDEX_2_POS" val="0.5"/>
  <p:tag name="KSO_WM_UNIT_LINE_FORE_SCHEMECOLOR_INDEX_2_TRANS" val="0"/>
  <p:tag name="KSO_WM_UNIT_LINE_FORE_SCHEMECOLOR_INDEX_3_BRIGHTNESS" val="0"/>
  <p:tag name="KSO_WM_UNIT_LINE_FORE_SCHEMECOLOR_INDEX_3" val="8"/>
  <p:tag name="KSO_WM_UNIT_LINE_FORE_SCHEMECOLOR_INDEX_3_POS" val="1"/>
  <p:tag name="KSO_WM_UNIT_LINE_FORE_SCHEMECOLOR_INDEX_3_TRANS" val="1"/>
  <p:tag name="KSO_WM_UNIT_LINE_GRADIENT_TYPE" val="0"/>
  <p:tag name="KSO_WM_UNIT_LINE_GRADIENT_ANGLE" val="0"/>
  <p:tag name="KSO_WM_UNIT_LINE_GRADIENT_Direction" val="3"/>
  <p:tag name="KSO_WM_UNIT_LINE_FILL_TYPE" val="5"/>
</p:tagLst>
</file>

<file path=ppt/tags/tag242.xml><?xml version="1.0" encoding="utf-8"?>
<p:tagLst xmlns:p="http://schemas.openxmlformats.org/presentationml/2006/main">
  <p:tag name="KSO_WM_UNIT_TEXT_FORE_SCHEMECOLOR_INDEX_1_BRIGHTNESS" val="0"/>
  <p:tag name="KSO_WM_UNIT_TEXT_FORE_SCHEMECOLOR_INDEX_1" val="14"/>
  <p:tag name="KSO_WM_UNIT_TEXT_FORE_SCHEMECOLOR_INDEX_1_POS" val="0"/>
  <p:tag name="KSO_WM_UNIT_TEXT_FORE_SCHEMECOLOR_INDEX_1_TRANS" val="0"/>
  <p:tag name="KSO_WM_UNIT_TEXT_FORE_SCHEMECOLOR_INDEX_2_BRIGHTNESS" val="0"/>
  <p:tag name="KSO_WM_UNIT_TEXT_FORE_SCHEMECOLOR_INDEX_2" val="14"/>
  <p:tag name="KSO_WM_UNIT_TEXT_FORE_SCHEMECOLOR_INDEX_2_POS" val="0.51"/>
  <p:tag name="KSO_WM_UNIT_TEXT_FORE_SCHEMECOLOR_INDEX_2_TRANS" val="0"/>
</p:tagLst>
</file>

<file path=ppt/tags/tag243.xml><?xml version="1.0" encoding="utf-8"?>
<p:tagLst xmlns:p="http://schemas.openxmlformats.org/presentationml/2006/main">
  <p:tag name="KSO_WM_UNIT_TEXT_FILL_FORE_SCHEMECOLOR_INDEX_BRIGHTNESS" val="0"/>
  <p:tag name="KSO_WM_UNIT_TEXT_FILL_FORE_SCHEMECOLOR_INDEX" val="16"/>
  <p:tag name="KSO_WM_UNIT_TEXT_FILL_TYPE" val="1"/>
</p:tagLst>
</file>

<file path=ppt/tags/tag24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45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TEXT_FORE_SCHEMECOLOR_INDEX_1_BRIGHTNESS" val="0"/>
  <p:tag name="KSO_WM_UNIT_TEXT_FORE_SCHEMECOLOR_INDEX_1" val="14"/>
  <p:tag name="KSO_WM_UNIT_TEXT_FORE_SCHEMECOLOR_INDEX_1_POS" val="0"/>
  <p:tag name="KSO_WM_UNIT_TEXT_FORE_SCHEMECOLOR_INDEX_1_TRANS" val="0"/>
  <p:tag name="KSO_WM_UNIT_TEXT_FORE_SCHEMECOLOR_INDEX_2_BRIGHTNESS" val="0"/>
  <p:tag name="KSO_WM_UNIT_TEXT_FORE_SCHEMECOLOR_INDEX_2" val="14"/>
  <p:tag name="KSO_WM_UNIT_TEXT_FORE_SCHEMECOLOR_INDEX_2_POS" val="0.51"/>
  <p:tag name="KSO_WM_UNIT_TEXT_FORE_SCHEMECOLOR_INDEX_2_TRANS" val="0"/>
  <p:tag name="KSO_WM_UNIT_TEXT_LINE_GRADIENT_TYPE" val="0"/>
  <p:tag name="KSO_WM_UNIT_TEXT_LINE_GRADIENT_ANGLE" val="90"/>
  <p:tag name="KSO_WM_UNIT_TEXT_LINE_GRADIENT_Direction" val="1"/>
  <p:tag name="KSO_WM_UNIT_TEXT_LINE_FILL_TYPE" val="5"/>
</p:tagLst>
</file>

<file path=ppt/tags/tag246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LINE_FORE_SCHEMECOLOR_INDEX_1_BRIGHTNESS" val="0"/>
  <p:tag name="KSO_WM_UNIT_LINE_FORE_SCHEMECOLOR_INDEX_1" val="8"/>
  <p:tag name="KSO_WM_UNIT_LINE_FORE_SCHEMECOLOR_INDEX_1_POS" val="0.02"/>
  <p:tag name="KSO_WM_UNIT_LINE_FORE_SCHEMECOLOR_INDEX_1_TRANS" val="1"/>
  <p:tag name="KSO_WM_UNIT_LINE_FORE_SCHEMECOLOR_INDEX_2_BRIGHTNESS" val="0"/>
  <p:tag name="KSO_WM_UNIT_LINE_FORE_SCHEMECOLOR_INDEX_2" val="8"/>
  <p:tag name="KSO_WM_UNIT_LINE_FORE_SCHEMECOLOR_INDEX_2_POS" val="0.5"/>
  <p:tag name="KSO_WM_UNIT_LINE_FORE_SCHEMECOLOR_INDEX_2_TRANS" val="0"/>
  <p:tag name="KSO_WM_UNIT_LINE_FORE_SCHEMECOLOR_INDEX_3_BRIGHTNESS" val="0"/>
  <p:tag name="KSO_WM_UNIT_LINE_FORE_SCHEMECOLOR_INDEX_3" val="8"/>
  <p:tag name="KSO_WM_UNIT_LINE_FORE_SCHEMECOLOR_INDEX_3_POS" val="1"/>
  <p:tag name="KSO_WM_UNIT_LINE_FORE_SCHEMECOLOR_INDEX_3_TRANS" val="1"/>
  <p:tag name="KSO_WM_UNIT_LINE_GRADIENT_TYPE" val="0"/>
  <p:tag name="KSO_WM_UNIT_LINE_GRADIENT_ANGLE" val="0"/>
  <p:tag name="KSO_WM_UNIT_LINE_GRADIENT_Direction" val="3"/>
  <p:tag name="KSO_WM_UNIT_LINE_FILL_TYPE" val="5"/>
</p:tagLst>
</file>

<file path=ppt/tags/tag247.xml><?xml version="1.0" encoding="utf-8"?>
<p:tagLst xmlns:p="http://schemas.openxmlformats.org/presentationml/2006/main">
  <p:tag name="KSO_WM_DIAGRAM_VIRTUALLY_FRAME" val="{&quot;height&quot;:327.2,&quot;left&quot;:51.4,&quot;top&quot;:128.3,&quot;width&quot;:291.45}"/>
</p:tagLst>
</file>

<file path=ppt/tags/tag248.xml><?xml version="1.0" encoding="utf-8"?>
<p:tagLst xmlns:p="http://schemas.openxmlformats.org/presentationml/2006/main">
  <p:tag name="KSO_WM_DIAGRAM_VIRTUALLY_FRAME" val="{&quot;height&quot;:327.2,&quot;left&quot;:51.4,&quot;top&quot;:128.3,&quot;width&quot;:345.45}"/>
</p:tagLst>
</file>

<file path=ppt/tags/tag249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250.xml><?xml version="1.0" encoding="utf-8"?>
<p:tagLst xmlns:p="http://schemas.openxmlformats.org/presentationml/2006/main">
  <p:tag name="KSO_WM_DIAGRAM_VIRTUALLY_FRAME" val="{&quot;height&quot;:327.2,&quot;left&quot;:51.4,&quot;top&quot;:128.3,&quot;width&quot;:291.45}"/>
</p:tagLst>
</file>

<file path=ppt/tags/tag251.xml><?xml version="1.0" encoding="utf-8"?>
<p:tagLst xmlns:p="http://schemas.openxmlformats.org/presentationml/2006/main">
  <p:tag name="KSO_WM_DIAGRAM_VIRTUALLY_FRAME" val="{&quot;height&quot;:327.2,&quot;left&quot;:51.4,&quot;top&quot;:128.3,&quot;width&quot;:291.45}"/>
</p:tagLst>
</file>

<file path=ppt/tags/tag252.xml><?xml version="1.0" encoding="utf-8"?>
<p:tagLst xmlns:p="http://schemas.openxmlformats.org/presentationml/2006/main">
  <p:tag name="KSO_WM_DIAGRAM_VIRTUALLY_FRAME" val="{&quot;height&quot;:343.55,&quot;left&quot;:461.9,&quot;top&quot;:116.7,&quot;width&quot;:482.9}"/>
</p:tagLst>
</file>

<file path=ppt/tags/tag253.xml><?xml version="1.0" encoding="utf-8"?>
<p:tagLst xmlns:p="http://schemas.openxmlformats.org/presentationml/2006/main">
  <p:tag name="KSO_WM_DIAGRAM_VIRTUALLY_FRAME" val="{&quot;height&quot;:327.2,&quot;left&quot;:51.4,&quot;top&quot;:128.3,&quot;width&quot;:291.45}"/>
</p:tagLst>
</file>

<file path=ppt/tags/tag25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55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256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LINE_FORE_SCHEMECOLOR_INDEX_1_BRIGHTNESS" val="0"/>
  <p:tag name="KSO_WM_UNIT_LINE_FORE_SCHEMECOLOR_INDEX_1" val="8"/>
  <p:tag name="KSO_WM_UNIT_LINE_FORE_SCHEMECOLOR_INDEX_1_POS" val="0.02"/>
  <p:tag name="KSO_WM_UNIT_LINE_FORE_SCHEMECOLOR_INDEX_1_TRANS" val="1"/>
  <p:tag name="KSO_WM_UNIT_LINE_FORE_SCHEMECOLOR_INDEX_2_BRIGHTNESS" val="0"/>
  <p:tag name="KSO_WM_UNIT_LINE_FORE_SCHEMECOLOR_INDEX_2" val="8"/>
  <p:tag name="KSO_WM_UNIT_LINE_FORE_SCHEMECOLOR_INDEX_2_POS" val="0.5"/>
  <p:tag name="KSO_WM_UNIT_LINE_FORE_SCHEMECOLOR_INDEX_2_TRANS" val="0"/>
  <p:tag name="KSO_WM_UNIT_LINE_FORE_SCHEMECOLOR_INDEX_3_BRIGHTNESS" val="0"/>
  <p:tag name="KSO_WM_UNIT_LINE_FORE_SCHEMECOLOR_INDEX_3" val="8"/>
  <p:tag name="KSO_WM_UNIT_LINE_FORE_SCHEMECOLOR_INDEX_3_POS" val="1"/>
  <p:tag name="KSO_WM_UNIT_LINE_FORE_SCHEMECOLOR_INDEX_3_TRANS" val="1"/>
  <p:tag name="KSO_WM_UNIT_LINE_GRADIENT_TYPE" val="0"/>
  <p:tag name="KSO_WM_UNIT_LINE_GRADIENT_ANGLE" val="0"/>
  <p:tag name="KSO_WM_UNIT_LINE_GRADIENT_Direction" val="3"/>
  <p:tag name="KSO_WM_UNIT_LINE_FILL_TYPE" val="5"/>
</p:tagLst>
</file>

<file path=ppt/tags/tag257.xml><?xml version="1.0" encoding="utf-8"?>
<p:tagLst xmlns:p="http://schemas.openxmlformats.org/presentationml/2006/main">
  <p:tag name="KSO_WM_UNIT_TEXT_FORE_SCHEMECOLOR_INDEX_1_BRIGHTNESS" val="0"/>
  <p:tag name="KSO_WM_UNIT_TEXT_FORE_SCHEMECOLOR_INDEX_1" val="14"/>
  <p:tag name="KSO_WM_UNIT_TEXT_FORE_SCHEMECOLOR_INDEX_1_POS" val="0"/>
  <p:tag name="KSO_WM_UNIT_TEXT_FORE_SCHEMECOLOR_INDEX_1_TRANS" val="0"/>
  <p:tag name="KSO_WM_UNIT_TEXT_FORE_SCHEMECOLOR_INDEX_2_BRIGHTNESS" val="0"/>
  <p:tag name="KSO_WM_UNIT_TEXT_FORE_SCHEMECOLOR_INDEX_2" val="14"/>
  <p:tag name="KSO_WM_UNIT_TEXT_FORE_SCHEMECOLOR_INDEX_2_POS" val="0.51"/>
  <p:tag name="KSO_WM_UNIT_TEXT_FORE_SCHEMECOLOR_INDEX_2_TRANS" val="0"/>
</p:tagLst>
</file>

<file path=ppt/tags/tag25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59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TEXT_FORE_SCHEMECOLOR_INDEX_1_BRIGHTNESS" val="0"/>
  <p:tag name="KSO_WM_UNIT_TEXT_FORE_SCHEMECOLOR_INDEX_1" val="14"/>
  <p:tag name="KSO_WM_UNIT_TEXT_FORE_SCHEMECOLOR_INDEX_1_POS" val="0"/>
  <p:tag name="KSO_WM_UNIT_TEXT_FORE_SCHEMECOLOR_INDEX_1_TRANS" val="0"/>
  <p:tag name="KSO_WM_UNIT_TEXT_FORE_SCHEMECOLOR_INDEX_2_BRIGHTNESS" val="0"/>
  <p:tag name="KSO_WM_UNIT_TEXT_FORE_SCHEMECOLOR_INDEX_2" val="14"/>
  <p:tag name="KSO_WM_UNIT_TEXT_FORE_SCHEMECOLOR_INDEX_2_POS" val="0.51"/>
  <p:tag name="KSO_WM_UNIT_TEXT_FORE_SCHEMECOLOR_INDEX_2_TRANS" val="0"/>
  <p:tag name="KSO_WM_UNIT_TEXT_LINE_GRADIENT_TYPE" val="0"/>
  <p:tag name="KSO_WM_UNIT_TEXT_LINE_GRADIENT_ANGLE" val="90"/>
  <p:tag name="KSO_WM_UNIT_TEXT_LINE_GRADIENT_Direction" val="1"/>
  <p:tag name="KSO_WM_UNIT_TEXT_LINE_FILL_TYPE" val="5"/>
</p:tagLst>
</file>

<file path=ppt/tags/tag260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LINE_FORE_SCHEMECOLOR_INDEX_1_BRIGHTNESS" val="0"/>
  <p:tag name="KSO_WM_UNIT_LINE_FORE_SCHEMECOLOR_INDEX_1" val="8"/>
  <p:tag name="KSO_WM_UNIT_LINE_FORE_SCHEMECOLOR_INDEX_1_POS" val="0.02"/>
  <p:tag name="KSO_WM_UNIT_LINE_FORE_SCHEMECOLOR_INDEX_1_TRANS" val="1"/>
  <p:tag name="KSO_WM_UNIT_LINE_FORE_SCHEMECOLOR_INDEX_2_BRIGHTNESS" val="0"/>
  <p:tag name="KSO_WM_UNIT_LINE_FORE_SCHEMECOLOR_INDEX_2" val="8"/>
  <p:tag name="KSO_WM_UNIT_LINE_FORE_SCHEMECOLOR_INDEX_2_POS" val="0.5"/>
  <p:tag name="KSO_WM_UNIT_LINE_FORE_SCHEMECOLOR_INDEX_2_TRANS" val="0"/>
  <p:tag name="KSO_WM_UNIT_LINE_FORE_SCHEMECOLOR_INDEX_3_BRIGHTNESS" val="0"/>
  <p:tag name="KSO_WM_UNIT_LINE_FORE_SCHEMECOLOR_INDEX_3" val="8"/>
  <p:tag name="KSO_WM_UNIT_LINE_FORE_SCHEMECOLOR_INDEX_3_POS" val="1"/>
  <p:tag name="KSO_WM_UNIT_LINE_FORE_SCHEMECOLOR_INDEX_3_TRANS" val="1"/>
  <p:tag name="KSO_WM_UNIT_LINE_GRADIENT_TYPE" val="0"/>
  <p:tag name="KSO_WM_UNIT_LINE_GRADIENT_ANGLE" val="0"/>
  <p:tag name="KSO_WM_UNIT_LINE_GRADIENT_Direction" val="3"/>
  <p:tag name="KSO_WM_UNIT_LINE_FILL_TYPE" val="5"/>
</p:tagLst>
</file>

<file path=ppt/tags/tag261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LINE_FORE_SCHEMECOLOR_INDEX_1_BRIGHTNESS" val="0"/>
  <p:tag name="KSO_WM_UNIT_LINE_FORE_SCHEMECOLOR_INDEX_1" val="8"/>
  <p:tag name="KSO_WM_UNIT_LINE_FORE_SCHEMECOLOR_INDEX_1_POS" val="0.02"/>
  <p:tag name="KSO_WM_UNIT_LINE_FORE_SCHEMECOLOR_INDEX_1_TRANS" val="1"/>
  <p:tag name="KSO_WM_UNIT_LINE_FORE_SCHEMECOLOR_INDEX_2_BRIGHTNESS" val="0"/>
  <p:tag name="KSO_WM_UNIT_LINE_FORE_SCHEMECOLOR_INDEX_2" val="8"/>
  <p:tag name="KSO_WM_UNIT_LINE_FORE_SCHEMECOLOR_INDEX_2_POS" val="0.5"/>
  <p:tag name="KSO_WM_UNIT_LINE_FORE_SCHEMECOLOR_INDEX_2_TRANS" val="0"/>
  <p:tag name="KSO_WM_UNIT_LINE_FORE_SCHEMECOLOR_INDEX_3_BRIGHTNESS" val="0"/>
  <p:tag name="KSO_WM_UNIT_LINE_FORE_SCHEMECOLOR_INDEX_3" val="8"/>
  <p:tag name="KSO_WM_UNIT_LINE_FORE_SCHEMECOLOR_INDEX_3_POS" val="1"/>
  <p:tag name="KSO_WM_UNIT_LINE_FORE_SCHEMECOLOR_INDEX_3_TRANS" val="1"/>
  <p:tag name="KSO_WM_UNIT_LINE_GRADIENT_TYPE" val="0"/>
  <p:tag name="KSO_WM_UNIT_LINE_GRADIENT_ANGLE" val="0"/>
  <p:tag name="KSO_WM_UNIT_LINE_GRADIENT_Direction" val="3"/>
  <p:tag name="KSO_WM_UNIT_LINE_FILL_TYPE" val="5"/>
</p:tagLst>
</file>

<file path=ppt/tags/tag262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LINE_FORE_SCHEMECOLOR_INDEX_1_BRIGHTNESS" val="0"/>
  <p:tag name="KSO_WM_UNIT_LINE_FORE_SCHEMECOLOR_INDEX_1" val="8"/>
  <p:tag name="KSO_WM_UNIT_LINE_FORE_SCHEMECOLOR_INDEX_1_POS" val="0.02"/>
  <p:tag name="KSO_WM_UNIT_LINE_FORE_SCHEMECOLOR_INDEX_1_TRANS" val="1"/>
  <p:tag name="KSO_WM_UNIT_LINE_FORE_SCHEMECOLOR_INDEX_2_BRIGHTNESS" val="0"/>
  <p:tag name="KSO_WM_UNIT_LINE_FORE_SCHEMECOLOR_INDEX_2" val="8"/>
  <p:tag name="KSO_WM_UNIT_LINE_FORE_SCHEMECOLOR_INDEX_2_POS" val="0.5"/>
  <p:tag name="KSO_WM_UNIT_LINE_FORE_SCHEMECOLOR_INDEX_2_TRANS" val="0"/>
  <p:tag name="KSO_WM_UNIT_LINE_FORE_SCHEMECOLOR_INDEX_3_BRIGHTNESS" val="0"/>
  <p:tag name="KSO_WM_UNIT_LINE_FORE_SCHEMECOLOR_INDEX_3" val="8"/>
  <p:tag name="KSO_WM_UNIT_LINE_FORE_SCHEMECOLOR_INDEX_3_POS" val="1"/>
  <p:tag name="KSO_WM_UNIT_LINE_FORE_SCHEMECOLOR_INDEX_3_TRANS" val="1"/>
  <p:tag name="KSO_WM_UNIT_LINE_GRADIENT_TYPE" val="0"/>
  <p:tag name="KSO_WM_UNIT_LINE_GRADIENT_ANGLE" val="0"/>
  <p:tag name="KSO_WM_UNIT_LINE_GRADIENT_Direction" val="3"/>
  <p:tag name="KSO_WM_UNIT_LINE_FILL_TYPE" val="5"/>
</p:tagLst>
</file>

<file path=ppt/tags/tag2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64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TEXT_FORE_SCHEMECOLOR_INDEX_1_BRIGHTNESS" val="0"/>
  <p:tag name="KSO_WM_UNIT_TEXT_FORE_SCHEMECOLOR_INDEX_1" val="14"/>
  <p:tag name="KSO_WM_UNIT_TEXT_FORE_SCHEMECOLOR_INDEX_1_POS" val="0"/>
  <p:tag name="KSO_WM_UNIT_TEXT_FORE_SCHEMECOLOR_INDEX_1_TRANS" val="0"/>
  <p:tag name="KSO_WM_UNIT_TEXT_FORE_SCHEMECOLOR_INDEX_2_BRIGHTNESS" val="0"/>
  <p:tag name="KSO_WM_UNIT_TEXT_FORE_SCHEMECOLOR_INDEX_2" val="14"/>
  <p:tag name="KSO_WM_UNIT_TEXT_FORE_SCHEMECOLOR_INDEX_2_POS" val="0.51"/>
  <p:tag name="KSO_WM_UNIT_TEXT_FORE_SCHEMECOLOR_INDEX_2_TRANS" val="0"/>
  <p:tag name="KSO_WM_UNIT_TEXT_LINE_GRADIENT_TYPE" val="0"/>
  <p:tag name="KSO_WM_UNIT_TEXT_LINE_GRADIENT_ANGLE" val="90"/>
  <p:tag name="KSO_WM_UNIT_TEXT_LINE_GRADIENT_Direction" val="1"/>
  <p:tag name="KSO_WM_UNIT_TEXT_LINE_FILL_TYPE" val="5"/>
</p:tagLst>
</file>

<file path=ppt/tags/tag265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LINE_FORE_SCHEMECOLOR_INDEX_1_BRIGHTNESS" val="0"/>
  <p:tag name="KSO_WM_UNIT_LINE_FORE_SCHEMECOLOR_INDEX_1" val="8"/>
  <p:tag name="KSO_WM_UNIT_LINE_FORE_SCHEMECOLOR_INDEX_1_POS" val="0.02"/>
  <p:tag name="KSO_WM_UNIT_LINE_FORE_SCHEMECOLOR_INDEX_1_TRANS" val="1"/>
  <p:tag name="KSO_WM_UNIT_LINE_FORE_SCHEMECOLOR_INDEX_2_BRIGHTNESS" val="0"/>
  <p:tag name="KSO_WM_UNIT_LINE_FORE_SCHEMECOLOR_INDEX_2" val="8"/>
  <p:tag name="KSO_WM_UNIT_LINE_FORE_SCHEMECOLOR_INDEX_2_POS" val="0.5"/>
  <p:tag name="KSO_WM_UNIT_LINE_FORE_SCHEMECOLOR_INDEX_2_TRANS" val="0"/>
  <p:tag name="KSO_WM_UNIT_LINE_FORE_SCHEMECOLOR_INDEX_3_BRIGHTNESS" val="0"/>
  <p:tag name="KSO_WM_UNIT_LINE_FORE_SCHEMECOLOR_INDEX_3" val="8"/>
  <p:tag name="KSO_WM_UNIT_LINE_FORE_SCHEMECOLOR_INDEX_3_POS" val="1"/>
  <p:tag name="KSO_WM_UNIT_LINE_FORE_SCHEMECOLOR_INDEX_3_TRANS" val="1"/>
  <p:tag name="KSO_WM_UNIT_LINE_GRADIENT_TYPE" val="0"/>
  <p:tag name="KSO_WM_UNIT_LINE_GRADIENT_ANGLE" val="0"/>
  <p:tag name="KSO_WM_UNIT_LINE_GRADIENT_Direction" val="3"/>
  <p:tag name="KSO_WM_UNIT_LINE_FILL_TYPE" val="5"/>
</p:tagLst>
</file>

<file path=ppt/tags/tag266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LINE_FORE_SCHEMECOLOR_INDEX_1_BRIGHTNESS" val="0"/>
  <p:tag name="KSO_WM_UNIT_LINE_FORE_SCHEMECOLOR_INDEX_1" val="8"/>
  <p:tag name="KSO_WM_UNIT_LINE_FORE_SCHEMECOLOR_INDEX_1_POS" val="0.02"/>
  <p:tag name="KSO_WM_UNIT_LINE_FORE_SCHEMECOLOR_INDEX_1_TRANS" val="1"/>
  <p:tag name="KSO_WM_UNIT_LINE_FORE_SCHEMECOLOR_INDEX_2_BRIGHTNESS" val="0"/>
  <p:tag name="KSO_WM_UNIT_LINE_FORE_SCHEMECOLOR_INDEX_2" val="8"/>
  <p:tag name="KSO_WM_UNIT_LINE_FORE_SCHEMECOLOR_INDEX_2_POS" val="0.5"/>
  <p:tag name="KSO_WM_UNIT_LINE_FORE_SCHEMECOLOR_INDEX_2_TRANS" val="0"/>
  <p:tag name="KSO_WM_UNIT_LINE_FORE_SCHEMECOLOR_INDEX_3_BRIGHTNESS" val="0"/>
  <p:tag name="KSO_WM_UNIT_LINE_FORE_SCHEMECOLOR_INDEX_3" val="8"/>
  <p:tag name="KSO_WM_UNIT_LINE_FORE_SCHEMECOLOR_INDEX_3_POS" val="1"/>
  <p:tag name="KSO_WM_UNIT_LINE_FORE_SCHEMECOLOR_INDEX_3_TRANS" val="1"/>
  <p:tag name="KSO_WM_UNIT_LINE_GRADIENT_TYPE" val="0"/>
  <p:tag name="KSO_WM_UNIT_LINE_GRADIENT_ANGLE" val="0"/>
  <p:tag name="KSO_WM_UNIT_LINE_GRADIENT_Direction" val="3"/>
  <p:tag name="KSO_WM_UNIT_LINE_FILL_TYPE" val="5"/>
</p:tagLst>
</file>

<file path=ppt/tags/tag267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LINE_FORE_SCHEMECOLOR_INDEX_1_BRIGHTNESS" val="0"/>
  <p:tag name="KSO_WM_UNIT_LINE_FORE_SCHEMECOLOR_INDEX_1" val="8"/>
  <p:tag name="KSO_WM_UNIT_LINE_FORE_SCHEMECOLOR_INDEX_1_POS" val="0.02"/>
  <p:tag name="KSO_WM_UNIT_LINE_FORE_SCHEMECOLOR_INDEX_1_TRANS" val="1"/>
  <p:tag name="KSO_WM_UNIT_LINE_FORE_SCHEMECOLOR_INDEX_2_BRIGHTNESS" val="0"/>
  <p:tag name="KSO_WM_UNIT_LINE_FORE_SCHEMECOLOR_INDEX_2" val="8"/>
  <p:tag name="KSO_WM_UNIT_LINE_FORE_SCHEMECOLOR_INDEX_2_POS" val="0.5"/>
  <p:tag name="KSO_WM_UNIT_LINE_FORE_SCHEMECOLOR_INDEX_2_TRANS" val="0"/>
  <p:tag name="KSO_WM_UNIT_LINE_FORE_SCHEMECOLOR_INDEX_3_BRIGHTNESS" val="0"/>
  <p:tag name="KSO_WM_UNIT_LINE_FORE_SCHEMECOLOR_INDEX_3" val="8"/>
  <p:tag name="KSO_WM_UNIT_LINE_FORE_SCHEMECOLOR_INDEX_3_POS" val="1"/>
  <p:tag name="KSO_WM_UNIT_LINE_FORE_SCHEMECOLOR_INDEX_3_TRANS" val="1"/>
  <p:tag name="KSO_WM_UNIT_LINE_GRADIENT_TYPE" val="0"/>
  <p:tag name="KSO_WM_UNIT_LINE_GRADIENT_ANGLE" val="0"/>
  <p:tag name="KSO_WM_UNIT_LINE_GRADIENT_Direction" val="3"/>
  <p:tag name="KSO_WM_UNIT_LINE_FILL_TYPE" val="5"/>
</p:tagLst>
</file>

<file path=ppt/tags/tag26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69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270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LINE_FORE_SCHEMECOLOR_INDEX_1_BRIGHTNESS" val="0"/>
  <p:tag name="KSO_WM_UNIT_LINE_FORE_SCHEMECOLOR_INDEX_1" val="8"/>
  <p:tag name="KSO_WM_UNIT_LINE_FORE_SCHEMECOLOR_INDEX_1_POS" val="0.02"/>
  <p:tag name="KSO_WM_UNIT_LINE_FORE_SCHEMECOLOR_INDEX_1_TRANS" val="1"/>
  <p:tag name="KSO_WM_UNIT_LINE_FORE_SCHEMECOLOR_INDEX_2_BRIGHTNESS" val="0"/>
  <p:tag name="KSO_WM_UNIT_LINE_FORE_SCHEMECOLOR_INDEX_2" val="8"/>
  <p:tag name="KSO_WM_UNIT_LINE_FORE_SCHEMECOLOR_INDEX_2_POS" val="0.5"/>
  <p:tag name="KSO_WM_UNIT_LINE_FORE_SCHEMECOLOR_INDEX_2_TRANS" val="0"/>
  <p:tag name="KSO_WM_UNIT_LINE_FORE_SCHEMECOLOR_INDEX_3_BRIGHTNESS" val="0"/>
  <p:tag name="KSO_WM_UNIT_LINE_FORE_SCHEMECOLOR_INDEX_3" val="8"/>
  <p:tag name="KSO_WM_UNIT_LINE_FORE_SCHEMECOLOR_INDEX_3_POS" val="1"/>
  <p:tag name="KSO_WM_UNIT_LINE_FORE_SCHEMECOLOR_INDEX_3_TRANS" val="1"/>
  <p:tag name="KSO_WM_UNIT_LINE_GRADIENT_TYPE" val="0"/>
  <p:tag name="KSO_WM_UNIT_LINE_GRADIENT_ANGLE" val="0"/>
  <p:tag name="KSO_WM_UNIT_LINE_GRADIENT_Direction" val="3"/>
  <p:tag name="KSO_WM_UNIT_LINE_FILL_TYPE" val="5"/>
</p:tagLst>
</file>

<file path=ppt/tags/tag271.xml><?xml version="1.0" encoding="utf-8"?>
<p:tagLst xmlns:p="http://schemas.openxmlformats.org/presentationml/2006/main">
  <p:tag name="KSO_WM_UNIT_TEXT_FORE_SCHEMECOLOR_INDEX_1_BRIGHTNESS" val="0"/>
  <p:tag name="KSO_WM_UNIT_TEXT_FORE_SCHEMECOLOR_INDEX_1" val="14"/>
  <p:tag name="KSO_WM_UNIT_TEXT_FORE_SCHEMECOLOR_INDEX_1_POS" val="0"/>
  <p:tag name="KSO_WM_UNIT_TEXT_FORE_SCHEMECOLOR_INDEX_1_TRANS" val="0"/>
  <p:tag name="KSO_WM_UNIT_TEXT_FORE_SCHEMECOLOR_INDEX_2_BRIGHTNESS" val="0"/>
  <p:tag name="KSO_WM_UNIT_TEXT_FORE_SCHEMECOLOR_INDEX_2" val="14"/>
  <p:tag name="KSO_WM_UNIT_TEXT_FORE_SCHEMECOLOR_INDEX_2_POS" val="0.51"/>
  <p:tag name="KSO_WM_UNIT_TEXT_FORE_SCHEMECOLOR_INDEX_2_TRANS" val="0"/>
</p:tagLst>
</file>

<file path=ppt/tags/tag27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73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LINE_FORE_SCHEMECOLOR_INDEX_1_BRIGHTNESS" val="0"/>
  <p:tag name="KSO_WM_UNIT_LINE_FORE_SCHEMECOLOR_INDEX_1" val="8"/>
  <p:tag name="KSO_WM_UNIT_LINE_FORE_SCHEMECOLOR_INDEX_1_POS" val="0.02"/>
  <p:tag name="KSO_WM_UNIT_LINE_FORE_SCHEMECOLOR_INDEX_1_TRANS" val="1"/>
  <p:tag name="KSO_WM_UNIT_LINE_FORE_SCHEMECOLOR_INDEX_2_BRIGHTNESS" val="0"/>
  <p:tag name="KSO_WM_UNIT_LINE_FORE_SCHEMECOLOR_INDEX_2" val="8"/>
  <p:tag name="KSO_WM_UNIT_LINE_FORE_SCHEMECOLOR_INDEX_2_POS" val="0.5"/>
  <p:tag name="KSO_WM_UNIT_LINE_FORE_SCHEMECOLOR_INDEX_2_TRANS" val="0"/>
  <p:tag name="KSO_WM_UNIT_LINE_FORE_SCHEMECOLOR_INDEX_3_BRIGHTNESS" val="0"/>
  <p:tag name="KSO_WM_UNIT_LINE_FORE_SCHEMECOLOR_INDEX_3" val="8"/>
  <p:tag name="KSO_WM_UNIT_LINE_FORE_SCHEMECOLOR_INDEX_3_POS" val="1"/>
  <p:tag name="KSO_WM_UNIT_LINE_FORE_SCHEMECOLOR_INDEX_3_TRANS" val="1"/>
  <p:tag name="KSO_WM_UNIT_LINE_GRADIENT_TYPE" val="0"/>
  <p:tag name="KSO_WM_UNIT_LINE_GRADIENT_ANGLE" val="0"/>
  <p:tag name="KSO_WM_UNIT_LINE_GRADIENT_Direction" val="3"/>
  <p:tag name="KSO_WM_UNIT_LINE_FILL_TYPE" val="5"/>
</p:tagLst>
</file>

<file path=ppt/tags/tag274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TEXT_FORE_SCHEMECOLOR_INDEX_1_BRIGHTNESS" val="0"/>
  <p:tag name="KSO_WM_UNIT_TEXT_FORE_SCHEMECOLOR_INDEX_1" val="14"/>
  <p:tag name="KSO_WM_UNIT_TEXT_FORE_SCHEMECOLOR_INDEX_1_POS" val="0"/>
  <p:tag name="KSO_WM_UNIT_TEXT_FORE_SCHEMECOLOR_INDEX_1_TRANS" val="0"/>
  <p:tag name="KSO_WM_UNIT_TEXT_FORE_SCHEMECOLOR_INDEX_2_BRIGHTNESS" val="0"/>
  <p:tag name="KSO_WM_UNIT_TEXT_FORE_SCHEMECOLOR_INDEX_2" val="14"/>
  <p:tag name="KSO_WM_UNIT_TEXT_FORE_SCHEMECOLOR_INDEX_2_POS" val="0.51"/>
  <p:tag name="KSO_WM_UNIT_TEXT_FORE_SCHEMECOLOR_INDEX_2_TRANS" val="0"/>
  <p:tag name="KSO_WM_UNIT_TEXT_LINE_GRADIENT_TYPE" val="0"/>
  <p:tag name="KSO_WM_UNIT_TEXT_LINE_GRADIENT_ANGLE" val="90"/>
  <p:tag name="KSO_WM_UNIT_TEXT_LINE_GRADIENT_Direction" val="1"/>
  <p:tag name="KSO_WM_UNIT_TEXT_LINE_FILL_TYPE" val="5"/>
</p:tagLst>
</file>

<file path=ppt/tags/tag275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LINE_FORE_SCHEMECOLOR_INDEX_1_BRIGHTNESS" val="0"/>
  <p:tag name="KSO_WM_UNIT_LINE_FORE_SCHEMECOLOR_INDEX_1" val="8"/>
  <p:tag name="KSO_WM_UNIT_LINE_FORE_SCHEMECOLOR_INDEX_1_POS" val="0.02"/>
  <p:tag name="KSO_WM_UNIT_LINE_FORE_SCHEMECOLOR_INDEX_1_TRANS" val="1"/>
  <p:tag name="KSO_WM_UNIT_LINE_FORE_SCHEMECOLOR_INDEX_2_BRIGHTNESS" val="0"/>
  <p:tag name="KSO_WM_UNIT_LINE_FORE_SCHEMECOLOR_INDEX_2" val="8"/>
  <p:tag name="KSO_WM_UNIT_LINE_FORE_SCHEMECOLOR_INDEX_2_POS" val="0.5"/>
  <p:tag name="KSO_WM_UNIT_LINE_FORE_SCHEMECOLOR_INDEX_2_TRANS" val="0"/>
  <p:tag name="KSO_WM_UNIT_LINE_FORE_SCHEMECOLOR_INDEX_3_BRIGHTNESS" val="0"/>
  <p:tag name="KSO_WM_UNIT_LINE_FORE_SCHEMECOLOR_INDEX_3" val="8"/>
  <p:tag name="KSO_WM_UNIT_LINE_FORE_SCHEMECOLOR_INDEX_3_POS" val="1"/>
  <p:tag name="KSO_WM_UNIT_LINE_FORE_SCHEMECOLOR_INDEX_3_TRANS" val="1"/>
  <p:tag name="KSO_WM_UNIT_LINE_GRADIENT_TYPE" val="0"/>
  <p:tag name="KSO_WM_UNIT_LINE_GRADIENT_ANGLE" val="0"/>
  <p:tag name="KSO_WM_UNIT_LINE_GRADIENT_Direction" val="3"/>
  <p:tag name="KSO_WM_UNIT_LINE_FILL_TYPE" val="5"/>
</p:tagLst>
</file>

<file path=ppt/tags/tag276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LINE_FORE_SCHEMECOLOR_INDEX_1_BRIGHTNESS" val="0"/>
  <p:tag name="KSO_WM_UNIT_LINE_FORE_SCHEMECOLOR_INDEX_1" val="8"/>
  <p:tag name="KSO_WM_UNIT_LINE_FORE_SCHEMECOLOR_INDEX_1_POS" val="0.02"/>
  <p:tag name="KSO_WM_UNIT_LINE_FORE_SCHEMECOLOR_INDEX_1_TRANS" val="1"/>
  <p:tag name="KSO_WM_UNIT_LINE_FORE_SCHEMECOLOR_INDEX_2_BRIGHTNESS" val="0"/>
  <p:tag name="KSO_WM_UNIT_LINE_FORE_SCHEMECOLOR_INDEX_2" val="8"/>
  <p:tag name="KSO_WM_UNIT_LINE_FORE_SCHEMECOLOR_INDEX_2_POS" val="0.5"/>
  <p:tag name="KSO_WM_UNIT_LINE_FORE_SCHEMECOLOR_INDEX_2_TRANS" val="0"/>
  <p:tag name="KSO_WM_UNIT_LINE_FORE_SCHEMECOLOR_INDEX_3_BRIGHTNESS" val="0"/>
  <p:tag name="KSO_WM_UNIT_LINE_FORE_SCHEMECOLOR_INDEX_3" val="8"/>
  <p:tag name="KSO_WM_UNIT_LINE_FORE_SCHEMECOLOR_INDEX_3_POS" val="1"/>
  <p:tag name="KSO_WM_UNIT_LINE_FORE_SCHEMECOLOR_INDEX_3_TRANS" val="1"/>
  <p:tag name="KSO_WM_UNIT_LINE_GRADIENT_TYPE" val="0"/>
  <p:tag name="KSO_WM_UNIT_LINE_GRADIENT_ANGLE" val="0"/>
  <p:tag name="KSO_WM_UNIT_LINE_GRADIENT_Direction" val="3"/>
  <p:tag name="KSO_WM_UNIT_LINE_FILL_TYPE" val="5"/>
</p:tagLst>
</file>

<file path=ppt/tags/tag277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LINE_FORE_SCHEMECOLOR_INDEX_1_BRIGHTNESS" val="0"/>
  <p:tag name="KSO_WM_UNIT_LINE_FORE_SCHEMECOLOR_INDEX_1" val="8"/>
  <p:tag name="KSO_WM_UNIT_LINE_FORE_SCHEMECOLOR_INDEX_1_POS" val="0.02"/>
  <p:tag name="KSO_WM_UNIT_LINE_FORE_SCHEMECOLOR_INDEX_1_TRANS" val="1"/>
  <p:tag name="KSO_WM_UNIT_LINE_FORE_SCHEMECOLOR_INDEX_2_BRIGHTNESS" val="0"/>
  <p:tag name="KSO_WM_UNIT_LINE_FORE_SCHEMECOLOR_INDEX_2" val="8"/>
  <p:tag name="KSO_WM_UNIT_LINE_FORE_SCHEMECOLOR_INDEX_2_POS" val="0.5"/>
  <p:tag name="KSO_WM_UNIT_LINE_FORE_SCHEMECOLOR_INDEX_2_TRANS" val="0"/>
  <p:tag name="KSO_WM_UNIT_LINE_FORE_SCHEMECOLOR_INDEX_3_BRIGHTNESS" val="0"/>
  <p:tag name="KSO_WM_UNIT_LINE_FORE_SCHEMECOLOR_INDEX_3" val="8"/>
  <p:tag name="KSO_WM_UNIT_LINE_FORE_SCHEMECOLOR_INDEX_3_POS" val="1"/>
  <p:tag name="KSO_WM_UNIT_LINE_FORE_SCHEMECOLOR_INDEX_3_TRANS" val="1"/>
  <p:tag name="KSO_WM_UNIT_LINE_GRADIENT_TYPE" val="0"/>
  <p:tag name="KSO_WM_UNIT_LINE_GRADIENT_ANGLE" val="0"/>
  <p:tag name="KSO_WM_UNIT_LINE_GRADIENT_Direction" val="3"/>
  <p:tag name="KSO_WM_UNIT_LINE_FILL_TYPE" val="5"/>
</p:tagLst>
</file>

<file path=ppt/tags/tag278.xml><?xml version="1.0" encoding="utf-8"?>
<p:tagLst xmlns:p="http://schemas.openxmlformats.org/presentationml/2006/main">
  <p:tag name="KSO_WM_DIAGRAM_VIRTUALLY_FRAME" val="{&quot;height&quot;:327.2,&quot;left&quot;:51.4,&quot;top&quot;:128.3,&quot;width&quot;:291.45}"/>
</p:tagLst>
</file>

<file path=ppt/tags/tag279.xml><?xml version="1.0" encoding="utf-8"?>
<p:tagLst xmlns:p="http://schemas.openxmlformats.org/presentationml/2006/main">
  <p:tag name="KSO_WM_DIAGRAM_VIRTUALLY_FRAME" val="{&quot;height&quot;:327.2,&quot;left&quot;:51.4,&quot;top&quot;:128.3,&quot;width&quot;:291.45}"/>
</p:tagLst>
</file>

<file path=ppt/tags/tag280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LINE_FORE_SCHEMECOLOR_INDEX_1_BRIGHTNESS" val="0"/>
  <p:tag name="KSO_WM_UNIT_LINE_FORE_SCHEMECOLOR_INDEX_1" val="8"/>
  <p:tag name="KSO_WM_UNIT_LINE_FORE_SCHEMECOLOR_INDEX_1_POS" val="0.02"/>
  <p:tag name="KSO_WM_UNIT_LINE_FORE_SCHEMECOLOR_INDEX_1_TRANS" val="1"/>
  <p:tag name="KSO_WM_UNIT_LINE_FORE_SCHEMECOLOR_INDEX_2_BRIGHTNESS" val="0"/>
  <p:tag name="KSO_WM_UNIT_LINE_FORE_SCHEMECOLOR_INDEX_2" val="8"/>
  <p:tag name="KSO_WM_UNIT_LINE_FORE_SCHEMECOLOR_INDEX_2_POS" val="0.5"/>
  <p:tag name="KSO_WM_UNIT_LINE_FORE_SCHEMECOLOR_INDEX_2_TRANS" val="0"/>
  <p:tag name="KSO_WM_UNIT_LINE_FORE_SCHEMECOLOR_INDEX_3_BRIGHTNESS" val="0"/>
  <p:tag name="KSO_WM_UNIT_LINE_FORE_SCHEMECOLOR_INDEX_3" val="8"/>
  <p:tag name="KSO_WM_UNIT_LINE_FORE_SCHEMECOLOR_INDEX_3_POS" val="1"/>
  <p:tag name="KSO_WM_UNIT_LINE_FORE_SCHEMECOLOR_INDEX_3_TRANS" val="1"/>
  <p:tag name="KSO_WM_UNIT_LINE_GRADIENT_TYPE" val="0"/>
  <p:tag name="KSO_WM_UNIT_LINE_GRADIENT_ANGLE" val="0"/>
  <p:tag name="KSO_WM_UNIT_LINE_GRADIENT_Direction" val="3"/>
  <p:tag name="KSO_WM_UNIT_LINE_FILL_TYPE" val="5"/>
</p:tagLst>
</file>

<file path=ppt/tags/tag28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82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TEXT_FORE_SCHEMECOLOR_INDEX_1_BRIGHTNESS" val="0"/>
  <p:tag name="KSO_WM_UNIT_TEXT_FORE_SCHEMECOLOR_INDEX_1" val="14"/>
  <p:tag name="KSO_WM_UNIT_TEXT_FORE_SCHEMECOLOR_INDEX_1_POS" val="0"/>
  <p:tag name="KSO_WM_UNIT_TEXT_FORE_SCHEMECOLOR_INDEX_1_TRANS" val="0"/>
  <p:tag name="KSO_WM_UNIT_TEXT_FORE_SCHEMECOLOR_INDEX_2_BRIGHTNESS" val="0"/>
  <p:tag name="KSO_WM_UNIT_TEXT_FORE_SCHEMECOLOR_INDEX_2" val="14"/>
  <p:tag name="KSO_WM_UNIT_TEXT_FORE_SCHEMECOLOR_INDEX_2_POS" val="0.51"/>
  <p:tag name="KSO_WM_UNIT_TEXT_FORE_SCHEMECOLOR_INDEX_2_TRANS" val="0"/>
  <p:tag name="KSO_WM_UNIT_TEXT_LINE_GRADIENT_TYPE" val="0"/>
  <p:tag name="KSO_WM_UNIT_TEXT_LINE_GRADIENT_ANGLE" val="90"/>
  <p:tag name="KSO_WM_UNIT_TEXT_LINE_GRADIENT_Direction" val="1"/>
  <p:tag name="KSO_WM_UNIT_TEXT_LINE_FILL_TYPE" val="5"/>
</p:tagLst>
</file>

<file path=ppt/tags/tag283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LINE_FORE_SCHEMECOLOR_INDEX_1_BRIGHTNESS" val="0"/>
  <p:tag name="KSO_WM_UNIT_LINE_FORE_SCHEMECOLOR_INDEX_1" val="8"/>
  <p:tag name="KSO_WM_UNIT_LINE_FORE_SCHEMECOLOR_INDEX_1_POS" val="0.02"/>
  <p:tag name="KSO_WM_UNIT_LINE_FORE_SCHEMECOLOR_INDEX_1_TRANS" val="1"/>
  <p:tag name="KSO_WM_UNIT_LINE_FORE_SCHEMECOLOR_INDEX_2_BRIGHTNESS" val="0"/>
  <p:tag name="KSO_WM_UNIT_LINE_FORE_SCHEMECOLOR_INDEX_2" val="8"/>
  <p:tag name="KSO_WM_UNIT_LINE_FORE_SCHEMECOLOR_INDEX_2_POS" val="0.5"/>
  <p:tag name="KSO_WM_UNIT_LINE_FORE_SCHEMECOLOR_INDEX_2_TRANS" val="0"/>
  <p:tag name="KSO_WM_UNIT_LINE_FORE_SCHEMECOLOR_INDEX_3_BRIGHTNESS" val="0"/>
  <p:tag name="KSO_WM_UNIT_LINE_FORE_SCHEMECOLOR_INDEX_3" val="8"/>
  <p:tag name="KSO_WM_UNIT_LINE_FORE_SCHEMECOLOR_INDEX_3_POS" val="1"/>
  <p:tag name="KSO_WM_UNIT_LINE_FORE_SCHEMECOLOR_INDEX_3_TRANS" val="1"/>
  <p:tag name="KSO_WM_UNIT_LINE_GRADIENT_TYPE" val="0"/>
  <p:tag name="KSO_WM_UNIT_LINE_GRADIENT_ANGLE" val="0"/>
  <p:tag name="KSO_WM_UNIT_LINE_GRADIENT_Direction" val="3"/>
  <p:tag name="KSO_WM_UNIT_LINE_FILL_TYPE" val="5"/>
</p:tagLst>
</file>

<file path=ppt/tags/tag284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LINE_FORE_SCHEMECOLOR_INDEX_1_BRIGHTNESS" val="0"/>
  <p:tag name="KSO_WM_UNIT_LINE_FORE_SCHEMECOLOR_INDEX_1" val="8"/>
  <p:tag name="KSO_WM_UNIT_LINE_FORE_SCHEMECOLOR_INDEX_1_POS" val="0.02"/>
  <p:tag name="KSO_WM_UNIT_LINE_FORE_SCHEMECOLOR_INDEX_1_TRANS" val="1"/>
  <p:tag name="KSO_WM_UNIT_LINE_FORE_SCHEMECOLOR_INDEX_2_BRIGHTNESS" val="0"/>
  <p:tag name="KSO_WM_UNIT_LINE_FORE_SCHEMECOLOR_INDEX_2" val="8"/>
  <p:tag name="KSO_WM_UNIT_LINE_FORE_SCHEMECOLOR_INDEX_2_POS" val="0.5"/>
  <p:tag name="KSO_WM_UNIT_LINE_FORE_SCHEMECOLOR_INDEX_2_TRANS" val="0"/>
  <p:tag name="KSO_WM_UNIT_LINE_FORE_SCHEMECOLOR_INDEX_3_BRIGHTNESS" val="0"/>
  <p:tag name="KSO_WM_UNIT_LINE_FORE_SCHEMECOLOR_INDEX_3" val="8"/>
  <p:tag name="KSO_WM_UNIT_LINE_FORE_SCHEMECOLOR_INDEX_3_POS" val="1"/>
  <p:tag name="KSO_WM_UNIT_LINE_FORE_SCHEMECOLOR_INDEX_3_TRANS" val="1"/>
  <p:tag name="KSO_WM_UNIT_LINE_GRADIENT_TYPE" val="0"/>
  <p:tag name="KSO_WM_UNIT_LINE_GRADIENT_ANGLE" val="0"/>
  <p:tag name="KSO_WM_UNIT_LINE_GRADIENT_Direction" val="3"/>
  <p:tag name="KSO_WM_UNIT_LINE_FILL_TYPE" val="5"/>
</p:tagLst>
</file>

<file path=ppt/tags/tag285.xml><?xml version="1.0" encoding="utf-8"?>
<p:tagLst xmlns:p="http://schemas.openxmlformats.org/presentationml/2006/main">
  <p:tag name="KSO_WM_DIAGRAM_VIRTUALLY_FRAME" val="{&quot;height&quot;:327.2,&quot;left&quot;:51.4,&quot;top&quot;:128.3,&quot;width&quot;:291.45}"/>
</p:tagLst>
</file>

<file path=ppt/tags/tag286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  <p:tag name="KSO_WM_UNIT_LINE_FORE_SCHEMECOLOR_INDEX_1_BRIGHTNESS" val="0"/>
  <p:tag name="KSO_WM_UNIT_LINE_FORE_SCHEMECOLOR_INDEX_1" val="8"/>
  <p:tag name="KSO_WM_UNIT_LINE_FORE_SCHEMECOLOR_INDEX_1_POS" val="0.02"/>
  <p:tag name="KSO_WM_UNIT_LINE_FORE_SCHEMECOLOR_INDEX_1_TRANS" val="1"/>
  <p:tag name="KSO_WM_UNIT_LINE_FORE_SCHEMECOLOR_INDEX_2_BRIGHTNESS" val="0"/>
  <p:tag name="KSO_WM_UNIT_LINE_FORE_SCHEMECOLOR_INDEX_2" val="8"/>
  <p:tag name="KSO_WM_UNIT_LINE_FORE_SCHEMECOLOR_INDEX_2_POS" val="0.5"/>
  <p:tag name="KSO_WM_UNIT_LINE_FORE_SCHEMECOLOR_INDEX_2_TRANS" val="0"/>
  <p:tag name="KSO_WM_UNIT_LINE_FORE_SCHEMECOLOR_INDEX_3_BRIGHTNESS" val="0"/>
  <p:tag name="KSO_WM_UNIT_LINE_FORE_SCHEMECOLOR_INDEX_3" val="8"/>
  <p:tag name="KSO_WM_UNIT_LINE_FORE_SCHEMECOLOR_INDEX_3_POS" val="1"/>
  <p:tag name="KSO_WM_UNIT_LINE_FORE_SCHEMECOLOR_INDEX_3_TRANS" val="1"/>
  <p:tag name="KSO_WM_UNIT_LINE_GRADIENT_TYPE" val="0"/>
  <p:tag name="KSO_WM_UNIT_LINE_GRADIENT_ANGLE" val="0"/>
  <p:tag name="KSO_WM_UNIT_LINE_GRADIENT_Direction" val="3"/>
  <p:tag name="KSO_WM_UNIT_LINE_FILL_TYPE" val="5"/>
</p:tagLst>
</file>

<file path=ppt/tags/tag28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88.xml><?xml version="1.0" encoding="utf-8"?>
<p:tagLst xmlns:p="http://schemas.openxmlformats.org/presentationml/2006/main">
  <p:tag name="COMMONDATA" val="eyJoZGlkIjoiMmNmYmEwOWQ4Y2Q0M2IxMGZkNjI4ZjhkZDQyNzg1OTYifQ=="/>
  <p:tag name="KSO_WPP_MARK_KEY" val="37523c5a-f9bd-4157-ab56-121979c0b78d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Inter"/>
        <a:ea typeface="Inter Black"/>
        <a:cs typeface=""/>
      </a:majorFont>
      <a:minorFont>
        <a:latin typeface="Inter"/>
        <a:ea typeface="Inter Black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4675FC"/>
      </a:accent1>
      <a:accent2>
        <a:srgbClr val="4589FB"/>
      </a:accent2>
      <a:accent3>
        <a:srgbClr val="54A6FB"/>
      </a:accent3>
      <a:accent4>
        <a:srgbClr val="47B2FA"/>
      </a:accent4>
      <a:accent5>
        <a:srgbClr val="4AC7F9"/>
      </a:accent5>
      <a:accent6>
        <a:srgbClr val="4DDBF8"/>
      </a:accent6>
      <a:hlink>
        <a:srgbClr val="0563C1"/>
      </a:hlink>
      <a:folHlink>
        <a:srgbClr val="954D72"/>
      </a:folHlink>
    </a:clrScheme>
    <a:fontScheme name="自定义 9">
      <a:majorFont>
        <a:latin typeface="Inter"/>
        <a:ea typeface="Inter Black"/>
        <a:cs typeface=""/>
      </a:majorFont>
      <a:minorFont>
        <a:latin typeface="Inter"/>
        <a:ea typeface="Inter Black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Inter Black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ter Black"/>
        <a:ea typeface=""/>
        <a:cs typeface=""/>
        <a:font script="Jpan" typeface="ＭＳ Ｐゴシック"/>
        <a:font script="Hang" typeface="맑은 고딕"/>
        <a:font script="Hans" typeface="Inter Black"/>
        <a:font script="Hant" typeface="新細明體"/>
        <a:font script="Arab" typeface="Inter"/>
        <a:font script="Hebr" typeface="Inter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Inter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Inter Black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ter Black"/>
        <a:ea typeface=""/>
        <a:cs typeface=""/>
        <a:font script="Jpan" typeface="ＭＳ Ｐゴシック"/>
        <a:font script="Hang" typeface="맑은 고딕"/>
        <a:font script="Hans" typeface="Inter Black"/>
        <a:font script="Hant" typeface="新細明體"/>
        <a:font script="Arab" typeface="Inter"/>
        <a:font script="Hebr" typeface="Inter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Inter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1439</Words>
  <Application>WPS Presentation</Application>
  <PresentationFormat>宽屏</PresentationFormat>
  <Paragraphs>173</Paragraphs>
  <Slides>15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37" baseType="lpstr">
      <vt:lpstr>Arial</vt:lpstr>
      <vt:lpstr>SimSun</vt:lpstr>
      <vt:lpstr>Wingdings</vt:lpstr>
      <vt:lpstr>Inter</vt:lpstr>
      <vt:lpstr>Inter Black</vt:lpstr>
      <vt:lpstr>Wingdings</vt:lpstr>
      <vt:lpstr>Helvetica</vt:lpstr>
      <vt:lpstr>Microsoft YaHei</vt:lpstr>
      <vt:lpstr>Arial Unicode MS</vt:lpstr>
      <vt:lpstr>Lato Regular</vt:lpstr>
      <vt:lpstr>Segoe Print</vt:lpstr>
      <vt:lpstr>Roboto Slab Bold</vt:lpstr>
      <vt:lpstr>Roboto Slab Regular</vt:lpstr>
      <vt:lpstr>Montserrat-Regular</vt:lpstr>
      <vt:lpstr>Helvetica Light</vt:lpstr>
      <vt:lpstr>Roboto Medium</vt:lpstr>
      <vt:lpstr>Open Sans Light</vt:lpstr>
      <vt:lpstr>Times New Roman</vt:lpstr>
      <vt:lpstr>Cascadia Code</vt:lpstr>
      <vt:lpstr>Verdana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Imswagger</cp:lastModifiedBy>
  <cp:revision>172</cp:revision>
  <dcterms:created xsi:type="dcterms:W3CDTF">2019-06-19T02:08:00Z</dcterms:created>
  <dcterms:modified xsi:type="dcterms:W3CDTF">2026-01-17T23:57:54Z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2070-12.2.0.23196</vt:lpwstr>
  </property>
  <property fmtid="{D5CDD505-2E9C-101B-9397-08002B2CF9AE}" pid="3" name="ICV">
    <vt:lpwstr>50FB5C3F846240D6BDB6BF7DE0718B3A_13</vt:lpwstr>
  </property>
</Properties>
</file>